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032B2-333F-4EB0-981B-07FD73F9B013}" v="138" dt="2025-05-07T14:54:25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62" autoAdjust="0"/>
    <p:restoredTop sz="96223" autoAdjust="0"/>
  </p:normalViewPr>
  <p:slideViewPr>
    <p:cSldViewPr snapToGrid="0">
      <p:cViewPr>
        <p:scale>
          <a:sx n="140" d="100"/>
          <a:sy n="140" d="100"/>
        </p:scale>
        <p:origin x="600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oning WANG" userId="c85a298ae276e663" providerId="LiveId" clId="{0AD032B2-333F-4EB0-981B-07FD73F9B013}"/>
    <pc:docChg chg="undo custSel addSld modSld">
      <pc:chgData name="Aoning WANG" userId="c85a298ae276e663" providerId="LiveId" clId="{0AD032B2-333F-4EB0-981B-07FD73F9B013}" dt="2025-05-07T14:54:29.733" v="1428" actId="1076"/>
      <pc:docMkLst>
        <pc:docMk/>
      </pc:docMkLst>
      <pc:sldChg chg="addSp delSp modSp new mod">
        <pc:chgData name="Aoning WANG" userId="c85a298ae276e663" providerId="LiveId" clId="{0AD032B2-333F-4EB0-981B-07FD73F9B013}" dt="2025-04-09T10:05:45.313" v="572" actId="14100"/>
        <pc:sldMkLst>
          <pc:docMk/>
          <pc:sldMk cId="213140753" sldId="256"/>
        </pc:sldMkLst>
        <pc:spChg chg="add mod">
          <ac:chgData name="Aoning WANG" userId="c85a298ae276e663" providerId="LiveId" clId="{0AD032B2-333F-4EB0-981B-07FD73F9B013}" dt="2025-04-09T08:55:56.701" v="25" actId="255"/>
          <ac:spMkLst>
            <pc:docMk/>
            <pc:sldMk cId="213140753" sldId="256"/>
            <ac:spMk id="4" creationId="{DBC278E1-6608-40CE-7A04-749E2FB88D58}"/>
          </ac:spMkLst>
        </pc:spChg>
        <pc:spChg chg="add mod">
          <ac:chgData name="Aoning WANG" userId="c85a298ae276e663" providerId="LiveId" clId="{0AD032B2-333F-4EB0-981B-07FD73F9B013}" dt="2025-04-09T10:01:12.201" v="510" actId="1076"/>
          <ac:spMkLst>
            <pc:docMk/>
            <pc:sldMk cId="213140753" sldId="256"/>
            <ac:spMk id="11" creationId="{D5FD57FE-F035-BDCD-F6C3-4D5C188CA41C}"/>
          </ac:spMkLst>
        </pc:spChg>
        <pc:spChg chg="add mod">
          <ac:chgData name="Aoning WANG" userId="c85a298ae276e663" providerId="LiveId" clId="{0AD032B2-333F-4EB0-981B-07FD73F9B013}" dt="2025-04-09T10:00:48.465" v="508" actId="1076"/>
          <ac:spMkLst>
            <pc:docMk/>
            <pc:sldMk cId="213140753" sldId="256"/>
            <ac:spMk id="12" creationId="{4256E442-49FE-BE77-CAC0-B657B8839539}"/>
          </ac:spMkLst>
        </pc:spChg>
        <pc:spChg chg="add mod">
          <ac:chgData name="Aoning WANG" userId="c85a298ae276e663" providerId="LiveId" clId="{0AD032B2-333F-4EB0-981B-07FD73F9B013}" dt="2025-04-09T10:00:42.005" v="507" actId="1076"/>
          <ac:spMkLst>
            <pc:docMk/>
            <pc:sldMk cId="213140753" sldId="256"/>
            <ac:spMk id="13" creationId="{18FFD178-05B0-B2E8-4504-40448A16A3E7}"/>
          </ac:spMkLst>
        </pc:spChg>
        <pc:spChg chg="add mod">
          <ac:chgData name="Aoning WANG" userId="c85a298ae276e663" providerId="LiveId" clId="{0AD032B2-333F-4EB0-981B-07FD73F9B013}" dt="2025-04-09T10:00:42.005" v="507" actId="1076"/>
          <ac:spMkLst>
            <pc:docMk/>
            <pc:sldMk cId="213140753" sldId="256"/>
            <ac:spMk id="23" creationId="{2F4FE4AF-3219-1B1A-695D-C73DB98325C5}"/>
          </ac:spMkLst>
        </pc:spChg>
        <pc:spChg chg="add mod">
          <ac:chgData name="Aoning WANG" userId="c85a298ae276e663" providerId="LiveId" clId="{0AD032B2-333F-4EB0-981B-07FD73F9B013}" dt="2025-04-09T10:00:42.005" v="507" actId="1076"/>
          <ac:spMkLst>
            <pc:docMk/>
            <pc:sldMk cId="213140753" sldId="256"/>
            <ac:spMk id="25" creationId="{DE2090FB-E546-F47B-E3E5-B40FFE9953B3}"/>
          </ac:spMkLst>
        </pc:spChg>
        <pc:spChg chg="add mod">
          <ac:chgData name="Aoning WANG" userId="c85a298ae276e663" providerId="LiveId" clId="{0AD032B2-333F-4EB0-981B-07FD73F9B013}" dt="2025-04-09T10:00:42.005" v="507" actId="1076"/>
          <ac:spMkLst>
            <pc:docMk/>
            <pc:sldMk cId="213140753" sldId="256"/>
            <ac:spMk id="27" creationId="{6BA90CF0-9CA6-0150-B00B-4C7BF023A9C7}"/>
          </ac:spMkLst>
        </pc:spChg>
        <pc:spChg chg="add mod">
          <ac:chgData name="Aoning WANG" userId="c85a298ae276e663" providerId="LiveId" clId="{0AD032B2-333F-4EB0-981B-07FD73F9B013}" dt="2025-04-09T10:01:04.354" v="509" actId="1076"/>
          <ac:spMkLst>
            <pc:docMk/>
            <pc:sldMk cId="213140753" sldId="256"/>
            <ac:spMk id="50" creationId="{BF1E3581-0069-39DA-3912-5C6FDC00C983}"/>
          </ac:spMkLst>
        </pc:spChg>
        <pc:spChg chg="add mod">
          <ac:chgData name="Aoning WANG" userId="c85a298ae276e663" providerId="LiveId" clId="{0AD032B2-333F-4EB0-981B-07FD73F9B013}" dt="2025-04-09T10:04:55.238" v="542" actId="1076"/>
          <ac:spMkLst>
            <pc:docMk/>
            <pc:sldMk cId="213140753" sldId="256"/>
            <ac:spMk id="65" creationId="{E30A446E-67B4-90EF-21BA-31880F206418}"/>
          </ac:spMkLst>
        </pc:spChg>
        <pc:spChg chg="add mod">
          <ac:chgData name="Aoning WANG" userId="c85a298ae276e663" providerId="LiveId" clId="{0AD032B2-333F-4EB0-981B-07FD73F9B013}" dt="2025-04-09T10:05:19.937" v="556" actId="14100"/>
          <ac:spMkLst>
            <pc:docMk/>
            <pc:sldMk cId="213140753" sldId="256"/>
            <ac:spMk id="66" creationId="{6DDB5CA4-43D7-4997-5CE9-03C70EA72D25}"/>
          </ac:spMkLst>
        </pc:spChg>
        <pc:spChg chg="add mod">
          <ac:chgData name="Aoning WANG" userId="c85a298ae276e663" providerId="LiveId" clId="{0AD032B2-333F-4EB0-981B-07FD73F9B013}" dt="2025-04-09T10:05:29.890" v="558" actId="1076"/>
          <ac:spMkLst>
            <pc:docMk/>
            <pc:sldMk cId="213140753" sldId="256"/>
            <ac:spMk id="67" creationId="{C08920E7-EF34-2BC0-D395-B0BBD81FCA8A}"/>
          </ac:spMkLst>
        </pc:spChg>
        <pc:spChg chg="add mod">
          <ac:chgData name="Aoning WANG" userId="c85a298ae276e663" providerId="LiveId" clId="{0AD032B2-333F-4EB0-981B-07FD73F9B013}" dt="2025-04-09T10:05:45.313" v="572" actId="14100"/>
          <ac:spMkLst>
            <pc:docMk/>
            <pc:sldMk cId="213140753" sldId="256"/>
            <ac:spMk id="68" creationId="{1F6FEC06-0813-9039-4557-996A1BAF4502}"/>
          </ac:spMkLst>
        </pc:spChg>
        <pc:picChg chg="add mod">
          <ac:chgData name="Aoning WANG" userId="c85a298ae276e663" providerId="LiveId" clId="{0AD032B2-333F-4EB0-981B-07FD73F9B013}" dt="2025-04-09T10:01:12.201" v="510" actId="1076"/>
          <ac:picMkLst>
            <pc:docMk/>
            <pc:sldMk cId="213140753" sldId="256"/>
            <ac:picMk id="8" creationId="{0F57384A-797A-8EBB-76BE-DD32456A006E}"/>
          </ac:picMkLst>
        </pc:picChg>
        <pc:picChg chg="add mod">
          <ac:chgData name="Aoning WANG" userId="c85a298ae276e663" providerId="LiveId" clId="{0AD032B2-333F-4EB0-981B-07FD73F9B013}" dt="2025-04-09T10:00:48.465" v="508" actId="1076"/>
          <ac:picMkLst>
            <pc:docMk/>
            <pc:sldMk cId="213140753" sldId="256"/>
            <ac:picMk id="10" creationId="{9ECB2D37-ABB5-E3FA-978F-5638B99B6C31}"/>
          </ac:picMkLst>
        </pc:picChg>
        <pc:cxnChg chg="add mod">
          <ac:chgData name="Aoning WANG" userId="c85a298ae276e663" providerId="LiveId" clId="{0AD032B2-333F-4EB0-981B-07FD73F9B013}" dt="2025-04-09T09:50:16.350" v="414" actId="14100"/>
          <ac:cxnSpMkLst>
            <pc:docMk/>
            <pc:sldMk cId="213140753" sldId="256"/>
            <ac:cxnSpMk id="15" creationId="{10309B2C-7B78-8236-40D1-1ABC39536F69}"/>
          </ac:cxnSpMkLst>
        </pc:cxnChg>
        <pc:cxnChg chg="add mod">
          <ac:chgData name="Aoning WANG" userId="c85a298ae276e663" providerId="LiveId" clId="{0AD032B2-333F-4EB0-981B-07FD73F9B013}" dt="2025-04-09T10:00:42.005" v="507" actId="1076"/>
          <ac:cxnSpMkLst>
            <pc:docMk/>
            <pc:sldMk cId="213140753" sldId="256"/>
            <ac:cxnSpMk id="24" creationId="{BA930F42-E12A-C937-DD7B-B43FC76833A2}"/>
          </ac:cxnSpMkLst>
        </pc:cxnChg>
        <pc:cxnChg chg="add mod">
          <ac:chgData name="Aoning WANG" userId="c85a298ae276e663" providerId="LiveId" clId="{0AD032B2-333F-4EB0-981B-07FD73F9B013}" dt="2025-04-09T10:00:42.005" v="507" actId="1076"/>
          <ac:cxnSpMkLst>
            <pc:docMk/>
            <pc:sldMk cId="213140753" sldId="256"/>
            <ac:cxnSpMk id="26" creationId="{EC2B51AF-7F3A-B8AB-F3B1-28213C9B206B}"/>
          </ac:cxnSpMkLst>
        </pc:cxnChg>
        <pc:cxnChg chg="add mod">
          <ac:chgData name="Aoning WANG" userId="c85a298ae276e663" providerId="LiveId" clId="{0AD032B2-333F-4EB0-981B-07FD73F9B013}" dt="2025-04-09T10:00:42.005" v="507" actId="1076"/>
          <ac:cxnSpMkLst>
            <pc:docMk/>
            <pc:sldMk cId="213140753" sldId="256"/>
            <ac:cxnSpMk id="28" creationId="{8A7B9025-04B8-C4A6-159B-93EE87BC15DC}"/>
          </ac:cxnSpMkLst>
        </pc:cxnChg>
        <pc:cxnChg chg="add mod">
          <ac:chgData name="Aoning WANG" userId="c85a298ae276e663" providerId="LiveId" clId="{0AD032B2-333F-4EB0-981B-07FD73F9B013}" dt="2025-04-09T10:00:42.005" v="507" actId="1076"/>
          <ac:cxnSpMkLst>
            <pc:docMk/>
            <pc:sldMk cId="213140753" sldId="256"/>
            <ac:cxnSpMk id="30" creationId="{28E3BC5B-261F-83D5-A324-261ECF65A781}"/>
          </ac:cxnSpMkLst>
        </pc:cxnChg>
        <pc:cxnChg chg="add mod">
          <ac:chgData name="Aoning WANG" userId="c85a298ae276e663" providerId="LiveId" clId="{0AD032B2-333F-4EB0-981B-07FD73F9B013}" dt="2025-04-09T09:53:58.323" v="445" actId="1076"/>
          <ac:cxnSpMkLst>
            <pc:docMk/>
            <pc:sldMk cId="213140753" sldId="256"/>
            <ac:cxnSpMk id="31" creationId="{12D12981-6BC2-5695-52DE-5DF8ABD4FDF7}"/>
          </ac:cxnSpMkLst>
        </pc:cxnChg>
        <pc:cxnChg chg="add mod">
          <ac:chgData name="Aoning WANG" userId="c85a298ae276e663" providerId="LiveId" clId="{0AD032B2-333F-4EB0-981B-07FD73F9B013}" dt="2025-04-09T09:54:28.953" v="451" actId="1076"/>
          <ac:cxnSpMkLst>
            <pc:docMk/>
            <pc:sldMk cId="213140753" sldId="256"/>
            <ac:cxnSpMk id="32" creationId="{E7DC8D3D-7B14-1DC9-A348-3C20D90377FF}"/>
          </ac:cxnSpMkLst>
        </pc:cxnChg>
        <pc:cxnChg chg="add mod">
          <ac:chgData name="Aoning WANG" userId="c85a298ae276e663" providerId="LiveId" clId="{0AD032B2-333F-4EB0-981B-07FD73F9B013}" dt="2025-04-09T10:00:42.005" v="507" actId="1076"/>
          <ac:cxnSpMkLst>
            <pc:docMk/>
            <pc:sldMk cId="213140753" sldId="256"/>
            <ac:cxnSpMk id="34" creationId="{86F02506-5D50-F513-9169-D134B6400E2B}"/>
          </ac:cxnSpMkLst>
        </pc:cxnChg>
        <pc:cxnChg chg="add mod">
          <ac:chgData name="Aoning WANG" userId="c85a298ae276e663" providerId="LiveId" clId="{0AD032B2-333F-4EB0-981B-07FD73F9B013}" dt="2025-04-09T10:00:42.005" v="507" actId="1076"/>
          <ac:cxnSpMkLst>
            <pc:docMk/>
            <pc:sldMk cId="213140753" sldId="256"/>
            <ac:cxnSpMk id="37" creationId="{8CD56827-4634-E88D-4E35-B85E5F009DA6}"/>
          </ac:cxnSpMkLst>
        </pc:cxnChg>
        <pc:cxnChg chg="add mod">
          <ac:chgData name="Aoning WANG" userId="c85a298ae276e663" providerId="LiveId" clId="{0AD032B2-333F-4EB0-981B-07FD73F9B013}" dt="2025-04-09T09:54:45.813" v="457" actId="1076"/>
          <ac:cxnSpMkLst>
            <pc:docMk/>
            <pc:sldMk cId="213140753" sldId="256"/>
            <ac:cxnSpMk id="41" creationId="{74AAF0B4-3FBA-8B3F-F0AF-1B65F5042EEE}"/>
          </ac:cxnSpMkLst>
        </pc:cxnChg>
        <pc:cxnChg chg="add mod">
          <ac:chgData name="Aoning WANG" userId="c85a298ae276e663" providerId="LiveId" clId="{0AD032B2-333F-4EB0-981B-07FD73F9B013}" dt="2025-04-09T10:01:04.354" v="509" actId="1076"/>
          <ac:cxnSpMkLst>
            <pc:docMk/>
            <pc:sldMk cId="213140753" sldId="256"/>
            <ac:cxnSpMk id="52" creationId="{979FB943-616D-1A1D-39DF-782569E090E6}"/>
          </ac:cxnSpMkLst>
        </pc:cxnChg>
        <pc:cxnChg chg="add mod">
          <ac:chgData name="Aoning WANG" userId="c85a298ae276e663" providerId="LiveId" clId="{0AD032B2-333F-4EB0-981B-07FD73F9B013}" dt="2025-04-09T10:02:34.467" v="518" actId="1076"/>
          <ac:cxnSpMkLst>
            <pc:docMk/>
            <pc:sldMk cId="213140753" sldId="256"/>
            <ac:cxnSpMk id="56" creationId="{DF022BF4-341D-ED33-D282-D31DE411F502}"/>
          </ac:cxnSpMkLst>
        </pc:cxnChg>
        <pc:cxnChg chg="add mod">
          <ac:chgData name="Aoning WANG" userId="c85a298ae276e663" providerId="LiveId" clId="{0AD032B2-333F-4EB0-981B-07FD73F9B013}" dt="2025-04-09T10:02:58.088" v="522" actId="14100"/>
          <ac:cxnSpMkLst>
            <pc:docMk/>
            <pc:sldMk cId="213140753" sldId="256"/>
            <ac:cxnSpMk id="58" creationId="{F0101ACA-B84C-A071-ABF1-5E8EF7D62204}"/>
          </ac:cxnSpMkLst>
        </pc:cxnChg>
        <pc:cxnChg chg="add mod">
          <ac:chgData name="Aoning WANG" userId="c85a298ae276e663" providerId="LiveId" clId="{0AD032B2-333F-4EB0-981B-07FD73F9B013}" dt="2025-04-09T10:03:14.397" v="526" actId="14100"/>
          <ac:cxnSpMkLst>
            <pc:docMk/>
            <pc:sldMk cId="213140753" sldId="256"/>
            <ac:cxnSpMk id="61" creationId="{1D8E2E2B-4E45-4DCB-F571-DA0712F55C37}"/>
          </ac:cxnSpMkLst>
        </pc:cxnChg>
        <pc:cxnChg chg="add mod">
          <ac:chgData name="Aoning WANG" userId="c85a298ae276e663" providerId="LiveId" clId="{0AD032B2-333F-4EB0-981B-07FD73F9B013}" dt="2025-04-09T10:03:24.051" v="528" actId="1076"/>
          <ac:cxnSpMkLst>
            <pc:docMk/>
            <pc:sldMk cId="213140753" sldId="256"/>
            <ac:cxnSpMk id="64" creationId="{7899E0B1-775C-1189-2935-14DC5662E714}"/>
          </ac:cxnSpMkLst>
        </pc:cxnChg>
      </pc:sldChg>
      <pc:sldChg chg="addSp delSp modSp new mod setBg">
        <pc:chgData name="Aoning WANG" userId="c85a298ae276e663" providerId="LiveId" clId="{0AD032B2-333F-4EB0-981B-07FD73F9B013}" dt="2025-05-07T13:52:31.693" v="967"/>
        <pc:sldMkLst>
          <pc:docMk/>
          <pc:sldMk cId="1023771183" sldId="257"/>
        </pc:sldMkLst>
        <pc:spChg chg="del">
          <ac:chgData name="Aoning WANG" userId="c85a298ae276e663" providerId="LiveId" clId="{0AD032B2-333F-4EB0-981B-07FD73F9B013}" dt="2025-05-07T12:42:18.505" v="574" actId="478"/>
          <ac:spMkLst>
            <pc:docMk/>
            <pc:sldMk cId="1023771183" sldId="257"/>
            <ac:spMk id="2" creationId="{6085CEC6-C3CA-4839-369E-128E33676DBE}"/>
          </ac:spMkLst>
        </pc:spChg>
        <pc:spChg chg="del">
          <ac:chgData name="Aoning WANG" userId="c85a298ae276e663" providerId="LiveId" clId="{0AD032B2-333F-4EB0-981B-07FD73F9B013}" dt="2025-05-07T12:42:20.283" v="575" actId="478"/>
          <ac:spMkLst>
            <pc:docMk/>
            <pc:sldMk cId="1023771183" sldId="257"/>
            <ac:spMk id="3" creationId="{74F5EFC1-92BA-4291-5189-53289E381C15}"/>
          </ac:spMkLst>
        </pc:spChg>
        <pc:spChg chg="add mod">
          <ac:chgData name="Aoning WANG" userId="c85a298ae276e663" providerId="LiveId" clId="{0AD032B2-333F-4EB0-981B-07FD73F9B013}" dt="2025-05-07T12:50:32.975" v="709" actId="207"/>
          <ac:spMkLst>
            <pc:docMk/>
            <pc:sldMk cId="1023771183" sldId="257"/>
            <ac:spMk id="4" creationId="{514DB0E7-424F-59BB-0929-302B0FE006D1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5" creationId="{DA3276E7-7FF1-95A6-8E67-AD191AA46DD6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6" creationId="{11B7B60B-327B-8327-9847-F374A1FD45E3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7" creationId="{D114E5B5-B660-5D1E-14B1-AB51F216FAE2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8" creationId="{1674C7B9-E373-60E8-B0F2-C35B3CDF74E5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9" creationId="{0C56C1B5-D2E3-8675-B24E-9C5E89B4E66E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10" creationId="{17629BFB-6DD9-2DAE-888E-B4EC0DF30F52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11" creationId="{D7286DEC-716B-A3B6-356C-BE954CFC6C39}"/>
          </ac:spMkLst>
        </pc:spChg>
        <pc:spChg chg="add mod">
          <ac:chgData name="Aoning WANG" userId="c85a298ae276e663" providerId="LiveId" clId="{0AD032B2-333F-4EB0-981B-07FD73F9B013}" dt="2025-05-07T12:51:18.533" v="722" actId="207"/>
          <ac:spMkLst>
            <pc:docMk/>
            <pc:sldMk cId="1023771183" sldId="257"/>
            <ac:spMk id="12" creationId="{0A1BA634-F15F-F197-B956-56E526A1C7A6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13" creationId="{A7E55009-D1AA-2C84-02A6-961D23701B11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14" creationId="{727A467A-8148-D1BA-40BB-DEB8FFBB7DC2}"/>
          </ac:spMkLst>
        </pc:spChg>
        <pc:spChg chg="add mod">
          <ac:chgData name="Aoning WANG" userId="c85a298ae276e663" providerId="LiveId" clId="{0AD032B2-333F-4EB0-981B-07FD73F9B013}" dt="2025-05-07T13:51:52.753" v="961" actId="692"/>
          <ac:spMkLst>
            <pc:docMk/>
            <pc:sldMk cId="1023771183" sldId="257"/>
            <ac:spMk id="15" creationId="{5B00C9B3-09E0-C71B-17D3-B13EB5F1444E}"/>
          </ac:spMkLst>
        </pc:spChg>
        <pc:cxnChg chg="add del mod">
          <ac:chgData name="Aoning WANG" userId="c85a298ae276e663" providerId="LiveId" clId="{0AD032B2-333F-4EB0-981B-07FD73F9B013}" dt="2025-05-07T12:44:04.603" v="604" actId="478"/>
          <ac:cxnSpMkLst>
            <pc:docMk/>
            <pc:sldMk cId="1023771183" sldId="257"/>
            <ac:cxnSpMk id="17" creationId="{54FC988A-00CC-2C91-B3F7-768D540C8566}"/>
          </ac:cxnSpMkLst>
        </pc:cxnChg>
        <pc:cxnChg chg="add mod">
          <ac:chgData name="Aoning WANG" userId="c85a298ae276e663" providerId="LiveId" clId="{0AD032B2-333F-4EB0-981B-07FD73F9B013}" dt="2025-05-07T12:44:19.265" v="606" actId="208"/>
          <ac:cxnSpMkLst>
            <pc:docMk/>
            <pc:sldMk cId="1023771183" sldId="257"/>
            <ac:cxnSpMk id="19" creationId="{02B06FAA-AAEF-73AC-1531-FF1BA6781CAA}"/>
          </ac:cxnSpMkLst>
        </pc:cxnChg>
        <pc:cxnChg chg="add mod">
          <ac:chgData name="Aoning WANG" userId="c85a298ae276e663" providerId="LiveId" clId="{0AD032B2-333F-4EB0-981B-07FD73F9B013}" dt="2025-05-07T12:44:35.841" v="608" actId="208"/>
          <ac:cxnSpMkLst>
            <pc:docMk/>
            <pc:sldMk cId="1023771183" sldId="257"/>
            <ac:cxnSpMk id="21" creationId="{DD5A64B5-327D-632E-A70C-F8BA12227703}"/>
          </ac:cxnSpMkLst>
        </pc:cxnChg>
        <pc:cxnChg chg="add mod">
          <ac:chgData name="Aoning WANG" userId="c85a298ae276e663" providerId="LiveId" clId="{0AD032B2-333F-4EB0-981B-07FD73F9B013}" dt="2025-05-07T12:44:48.708" v="612" actId="14100"/>
          <ac:cxnSpMkLst>
            <pc:docMk/>
            <pc:sldMk cId="1023771183" sldId="257"/>
            <ac:cxnSpMk id="22" creationId="{7F3624D0-AD44-209D-9260-77424693848F}"/>
          </ac:cxnSpMkLst>
        </pc:cxnChg>
        <pc:cxnChg chg="add mod">
          <ac:chgData name="Aoning WANG" userId="c85a298ae276e663" providerId="LiveId" clId="{0AD032B2-333F-4EB0-981B-07FD73F9B013}" dt="2025-05-07T12:45:07.620" v="616" actId="14100"/>
          <ac:cxnSpMkLst>
            <pc:docMk/>
            <pc:sldMk cId="1023771183" sldId="257"/>
            <ac:cxnSpMk id="25" creationId="{9FE6ADFC-44DD-A6ED-F562-890B084471A7}"/>
          </ac:cxnSpMkLst>
        </pc:cxnChg>
        <pc:cxnChg chg="add mod">
          <ac:chgData name="Aoning WANG" userId="c85a298ae276e663" providerId="LiveId" clId="{0AD032B2-333F-4EB0-981B-07FD73F9B013}" dt="2025-05-07T12:45:16.271" v="619" actId="14100"/>
          <ac:cxnSpMkLst>
            <pc:docMk/>
            <pc:sldMk cId="1023771183" sldId="257"/>
            <ac:cxnSpMk id="28" creationId="{2EB6F3FA-E2C0-5723-A2F6-055862A61870}"/>
          </ac:cxnSpMkLst>
        </pc:cxnChg>
        <pc:cxnChg chg="add mod">
          <ac:chgData name="Aoning WANG" userId="c85a298ae276e663" providerId="LiveId" clId="{0AD032B2-333F-4EB0-981B-07FD73F9B013}" dt="2025-05-07T12:45:24.058" v="623" actId="14100"/>
          <ac:cxnSpMkLst>
            <pc:docMk/>
            <pc:sldMk cId="1023771183" sldId="257"/>
            <ac:cxnSpMk id="31" creationId="{44FF8F14-D78F-671D-C417-482EF2FC8D0D}"/>
          </ac:cxnSpMkLst>
        </pc:cxnChg>
        <pc:cxnChg chg="add mod">
          <ac:chgData name="Aoning WANG" userId="c85a298ae276e663" providerId="LiveId" clId="{0AD032B2-333F-4EB0-981B-07FD73F9B013}" dt="2025-05-07T12:45:32.439" v="626" actId="14100"/>
          <ac:cxnSpMkLst>
            <pc:docMk/>
            <pc:sldMk cId="1023771183" sldId="257"/>
            <ac:cxnSpMk id="34" creationId="{DC6DD3E2-5DD2-E6CE-BA8D-1BB80C0AFD19}"/>
          </ac:cxnSpMkLst>
        </pc:cxnChg>
        <pc:cxnChg chg="add mod">
          <ac:chgData name="Aoning WANG" userId="c85a298ae276e663" providerId="LiveId" clId="{0AD032B2-333F-4EB0-981B-07FD73F9B013}" dt="2025-05-07T12:45:39.300" v="629" actId="14100"/>
          <ac:cxnSpMkLst>
            <pc:docMk/>
            <pc:sldMk cId="1023771183" sldId="257"/>
            <ac:cxnSpMk id="36" creationId="{F9ACFCEA-C2F6-0DBC-0E00-369097DF37A1}"/>
          </ac:cxnSpMkLst>
        </pc:cxnChg>
        <pc:cxnChg chg="add mod">
          <ac:chgData name="Aoning WANG" userId="c85a298ae276e663" providerId="LiveId" clId="{0AD032B2-333F-4EB0-981B-07FD73F9B013}" dt="2025-05-07T13:48:40.248" v="954" actId="14100"/>
          <ac:cxnSpMkLst>
            <pc:docMk/>
            <pc:sldMk cId="1023771183" sldId="257"/>
            <ac:cxnSpMk id="38" creationId="{9C10D816-63B1-5851-6EA2-C34CAFE4ACD1}"/>
          </ac:cxnSpMkLst>
        </pc:cxnChg>
        <pc:cxnChg chg="add mod">
          <ac:chgData name="Aoning WANG" userId="c85a298ae276e663" providerId="LiveId" clId="{0AD032B2-333F-4EB0-981B-07FD73F9B013}" dt="2025-05-07T12:45:54.451" v="634" actId="14100"/>
          <ac:cxnSpMkLst>
            <pc:docMk/>
            <pc:sldMk cId="1023771183" sldId="257"/>
            <ac:cxnSpMk id="39" creationId="{740AB88B-C12D-5C1F-9995-360414CFA500}"/>
          </ac:cxnSpMkLst>
        </pc:cxnChg>
        <pc:cxnChg chg="add mod">
          <ac:chgData name="Aoning WANG" userId="c85a298ae276e663" providerId="LiveId" clId="{0AD032B2-333F-4EB0-981B-07FD73F9B013}" dt="2025-05-07T12:46:00.672" v="637" actId="14100"/>
          <ac:cxnSpMkLst>
            <pc:docMk/>
            <pc:sldMk cId="1023771183" sldId="257"/>
            <ac:cxnSpMk id="41" creationId="{0C426196-2FF2-E844-EE67-5A5514A5FE6B}"/>
          </ac:cxnSpMkLst>
        </pc:cxnChg>
        <pc:cxnChg chg="add mod">
          <ac:chgData name="Aoning WANG" userId="c85a298ae276e663" providerId="LiveId" clId="{0AD032B2-333F-4EB0-981B-07FD73F9B013}" dt="2025-05-07T12:46:07.930" v="640" actId="14100"/>
          <ac:cxnSpMkLst>
            <pc:docMk/>
            <pc:sldMk cId="1023771183" sldId="257"/>
            <ac:cxnSpMk id="43" creationId="{5B27B310-B80D-373A-A2DA-E468259D833C}"/>
          </ac:cxnSpMkLst>
        </pc:cxnChg>
        <pc:cxnChg chg="add mod">
          <ac:chgData name="Aoning WANG" userId="c85a298ae276e663" providerId="LiveId" clId="{0AD032B2-333F-4EB0-981B-07FD73F9B013}" dt="2025-05-07T12:47:13.579" v="655" actId="14100"/>
          <ac:cxnSpMkLst>
            <pc:docMk/>
            <pc:sldMk cId="1023771183" sldId="257"/>
            <ac:cxnSpMk id="45" creationId="{30A3C950-1F24-4F19-F2B9-811E3E049EEC}"/>
          </ac:cxnSpMkLst>
        </pc:cxnChg>
        <pc:cxnChg chg="add mod">
          <ac:chgData name="Aoning WANG" userId="c85a298ae276e663" providerId="LiveId" clId="{0AD032B2-333F-4EB0-981B-07FD73F9B013}" dt="2025-05-07T12:47:23.083" v="658" actId="14100"/>
          <ac:cxnSpMkLst>
            <pc:docMk/>
            <pc:sldMk cId="1023771183" sldId="257"/>
            <ac:cxnSpMk id="47" creationId="{BAE3E4AB-2E1E-7479-92FD-F494820DCEA7}"/>
          </ac:cxnSpMkLst>
        </pc:cxnChg>
        <pc:cxnChg chg="add mod">
          <ac:chgData name="Aoning WANG" userId="c85a298ae276e663" providerId="LiveId" clId="{0AD032B2-333F-4EB0-981B-07FD73F9B013}" dt="2025-05-07T12:47:29.827" v="661" actId="14100"/>
          <ac:cxnSpMkLst>
            <pc:docMk/>
            <pc:sldMk cId="1023771183" sldId="257"/>
            <ac:cxnSpMk id="49" creationId="{F3FA8555-668D-8886-354E-96B9FD52E2FB}"/>
          </ac:cxnSpMkLst>
        </pc:cxnChg>
        <pc:cxnChg chg="add mod">
          <ac:chgData name="Aoning WANG" userId="c85a298ae276e663" providerId="LiveId" clId="{0AD032B2-333F-4EB0-981B-07FD73F9B013}" dt="2025-05-07T12:47:36.920" v="664" actId="14100"/>
          <ac:cxnSpMkLst>
            <pc:docMk/>
            <pc:sldMk cId="1023771183" sldId="257"/>
            <ac:cxnSpMk id="51" creationId="{459118B4-97C9-0968-EF58-7863DC4D01CC}"/>
          </ac:cxnSpMkLst>
        </pc:cxnChg>
        <pc:cxnChg chg="add mod">
          <ac:chgData name="Aoning WANG" userId="c85a298ae276e663" providerId="LiveId" clId="{0AD032B2-333F-4EB0-981B-07FD73F9B013}" dt="2025-05-07T12:47:44.385" v="667" actId="14100"/>
          <ac:cxnSpMkLst>
            <pc:docMk/>
            <pc:sldMk cId="1023771183" sldId="257"/>
            <ac:cxnSpMk id="53" creationId="{4F55FCED-E339-DAAF-9EB8-CD75DBC02463}"/>
          </ac:cxnSpMkLst>
        </pc:cxnChg>
        <pc:cxnChg chg="add mod">
          <ac:chgData name="Aoning WANG" userId="c85a298ae276e663" providerId="LiveId" clId="{0AD032B2-333F-4EB0-981B-07FD73F9B013}" dt="2025-05-07T12:47:54.263" v="670" actId="14100"/>
          <ac:cxnSpMkLst>
            <pc:docMk/>
            <pc:sldMk cId="1023771183" sldId="257"/>
            <ac:cxnSpMk id="55" creationId="{5A566472-2450-AB2C-EC25-B4C901C79C80}"/>
          </ac:cxnSpMkLst>
        </pc:cxnChg>
        <pc:cxnChg chg="add mod">
          <ac:chgData name="Aoning WANG" userId="c85a298ae276e663" providerId="LiveId" clId="{0AD032B2-333F-4EB0-981B-07FD73F9B013}" dt="2025-05-07T12:48:02.007" v="673" actId="14100"/>
          <ac:cxnSpMkLst>
            <pc:docMk/>
            <pc:sldMk cId="1023771183" sldId="257"/>
            <ac:cxnSpMk id="57" creationId="{75A8213E-5C14-1949-D0E7-7CF038D985A8}"/>
          </ac:cxnSpMkLst>
        </pc:cxnChg>
        <pc:cxnChg chg="add mod">
          <ac:chgData name="Aoning WANG" userId="c85a298ae276e663" providerId="LiveId" clId="{0AD032B2-333F-4EB0-981B-07FD73F9B013}" dt="2025-05-07T13:48:52.652" v="957" actId="14100"/>
          <ac:cxnSpMkLst>
            <pc:docMk/>
            <pc:sldMk cId="1023771183" sldId="257"/>
            <ac:cxnSpMk id="59" creationId="{750D1DED-9CCB-E38D-7749-42F505EA6B7E}"/>
          </ac:cxnSpMkLst>
        </pc:cxnChg>
        <pc:cxnChg chg="add mod">
          <ac:chgData name="Aoning WANG" userId="c85a298ae276e663" providerId="LiveId" clId="{0AD032B2-333F-4EB0-981B-07FD73F9B013}" dt="2025-05-07T12:48:16.219" v="679" actId="14100"/>
          <ac:cxnSpMkLst>
            <pc:docMk/>
            <pc:sldMk cId="1023771183" sldId="257"/>
            <ac:cxnSpMk id="61" creationId="{B78BEB17-063A-F7E1-A2AE-1BA572643B74}"/>
          </ac:cxnSpMkLst>
        </pc:cxnChg>
        <pc:cxnChg chg="add mod">
          <ac:chgData name="Aoning WANG" userId="c85a298ae276e663" providerId="LiveId" clId="{0AD032B2-333F-4EB0-981B-07FD73F9B013}" dt="2025-05-07T13:49:02.262" v="959" actId="14100"/>
          <ac:cxnSpMkLst>
            <pc:docMk/>
            <pc:sldMk cId="1023771183" sldId="257"/>
            <ac:cxnSpMk id="63" creationId="{72D3EFD9-DDFA-8E07-4B18-DE394A471F83}"/>
          </ac:cxnSpMkLst>
        </pc:cxnChg>
        <pc:cxnChg chg="add mod">
          <ac:chgData name="Aoning WANG" userId="c85a298ae276e663" providerId="LiveId" clId="{0AD032B2-333F-4EB0-981B-07FD73F9B013}" dt="2025-05-07T12:48:37.609" v="685" actId="14100"/>
          <ac:cxnSpMkLst>
            <pc:docMk/>
            <pc:sldMk cId="1023771183" sldId="257"/>
            <ac:cxnSpMk id="65" creationId="{6D3AE842-EC3F-8708-25AE-6E69245DE0AE}"/>
          </ac:cxnSpMkLst>
        </pc:cxnChg>
        <pc:cxnChg chg="add mod">
          <ac:chgData name="Aoning WANG" userId="c85a298ae276e663" providerId="LiveId" clId="{0AD032B2-333F-4EB0-981B-07FD73F9B013}" dt="2025-05-07T12:48:43.511" v="688" actId="14100"/>
          <ac:cxnSpMkLst>
            <pc:docMk/>
            <pc:sldMk cId="1023771183" sldId="257"/>
            <ac:cxnSpMk id="67" creationId="{1F99BB3E-A951-2FA3-45A4-10B96EDF7947}"/>
          </ac:cxnSpMkLst>
        </pc:cxnChg>
        <pc:cxnChg chg="add mod">
          <ac:chgData name="Aoning WANG" userId="c85a298ae276e663" providerId="LiveId" clId="{0AD032B2-333F-4EB0-981B-07FD73F9B013}" dt="2025-05-07T12:48:50.259" v="691" actId="14100"/>
          <ac:cxnSpMkLst>
            <pc:docMk/>
            <pc:sldMk cId="1023771183" sldId="257"/>
            <ac:cxnSpMk id="69" creationId="{1995B1C3-503F-C789-FE1E-790047C4C920}"/>
          </ac:cxnSpMkLst>
        </pc:cxnChg>
        <pc:cxnChg chg="add mod">
          <ac:chgData name="Aoning WANG" userId="c85a298ae276e663" providerId="LiveId" clId="{0AD032B2-333F-4EB0-981B-07FD73F9B013}" dt="2025-05-07T12:48:55.885" v="694" actId="14100"/>
          <ac:cxnSpMkLst>
            <pc:docMk/>
            <pc:sldMk cId="1023771183" sldId="257"/>
            <ac:cxnSpMk id="71" creationId="{A1A675CF-0694-999C-CE7E-A4011C251F2B}"/>
          </ac:cxnSpMkLst>
        </pc:cxnChg>
        <pc:cxnChg chg="add mod">
          <ac:chgData name="Aoning WANG" userId="c85a298ae276e663" providerId="LiveId" clId="{0AD032B2-333F-4EB0-981B-07FD73F9B013}" dt="2025-05-07T12:49:02.986" v="697" actId="14100"/>
          <ac:cxnSpMkLst>
            <pc:docMk/>
            <pc:sldMk cId="1023771183" sldId="257"/>
            <ac:cxnSpMk id="73" creationId="{4DAC23F0-5466-A882-2817-53BDA8A70AB8}"/>
          </ac:cxnSpMkLst>
        </pc:cxnChg>
      </pc:sldChg>
      <pc:sldChg chg="addSp delSp modSp new mod">
        <pc:chgData name="Aoning WANG" userId="c85a298ae276e663" providerId="LiveId" clId="{0AD032B2-333F-4EB0-981B-07FD73F9B013}" dt="2025-05-07T12:49:39.206" v="702" actId="1076"/>
        <pc:sldMkLst>
          <pc:docMk/>
          <pc:sldMk cId="1241678404" sldId="258"/>
        </pc:sldMkLst>
        <pc:spChg chg="del">
          <ac:chgData name="Aoning WANG" userId="c85a298ae276e663" providerId="LiveId" clId="{0AD032B2-333F-4EB0-981B-07FD73F9B013}" dt="2025-05-07T12:49:23.422" v="699" actId="478"/>
          <ac:spMkLst>
            <pc:docMk/>
            <pc:sldMk cId="1241678404" sldId="258"/>
            <ac:spMk id="2" creationId="{095714A3-8E5C-F805-3BCC-2C1F99BC451F}"/>
          </ac:spMkLst>
        </pc:spChg>
        <pc:spChg chg="del">
          <ac:chgData name="Aoning WANG" userId="c85a298ae276e663" providerId="LiveId" clId="{0AD032B2-333F-4EB0-981B-07FD73F9B013}" dt="2025-05-07T12:49:24.767" v="700" actId="478"/>
          <ac:spMkLst>
            <pc:docMk/>
            <pc:sldMk cId="1241678404" sldId="258"/>
            <ac:spMk id="3" creationId="{63894A80-6126-ADC7-4B51-112D94A3DB87}"/>
          </ac:spMkLst>
        </pc:spChg>
        <pc:spChg chg="add mod">
          <ac:chgData name="Aoning WANG" userId="c85a298ae276e663" providerId="LiveId" clId="{0AD032B2-333F-4EB0-981B-07FD73F9B013}" dt="2025-05-07T12:49:39.206" v="702" actId="1076"/>
          <ac:spMkLst>
            <pc:docMk/>
            <pc:sldMk cId="1241678404" sldId="258"/>
            <ac:spMk id="4" creationId="{CC677CF4-D76E-3C96-B9CA-47A93BC64B08}"/>
          </ac:spMkLst>
        </pc:spChg>
        <pc:spChg chg="add mod">
          <ac:chgData name="Aoning WANG" userId="c85a298ae276e663" providerId="LiveId" clId="{0AD032B2-333F-4EB0-981B-07FD73F9B013}" dt="2025-05-07T12:49:39.206" v="702" actId="1076"/>
          <ac:spMkLst>
            <pc:docMk/>
            <pc:sldMk cId="1241678404" sldId="258"/>
            <ac:spMk id="6" creationId="{4C6E6C7D-D499-9581-9193-E1EFBCBE1BFA}"/>
          </ac:spMkLst>
        </pc:spChg>
        <pc:spChg chg="add mod">
          <ac:chgData name="Aoning WANG" userId="c85a298ae276e663" providerId="LiveId" clId="{0AD032B2-333F-4EB0-981B-07FD73F9B013}" dt="2025-05-07T12:49:39.206" v="702" actId="1076"/>
          <ac:spMkLst>
            <pc:docMk/>
            <pc:sldMk cId="1241678404" sldId="258"/>
            <ac:spMk id="8" creationId="{362B1C23-CD4E-1A5E-05FF-FB4AE433CB4A}"/>
          </ac:spMkLst>
        </pc:spChg>
        <pc:spChg chg="add mod">
          <ac:chgData name="Aoning WANG" userId="c85a298ae276e663" providerId="LiveId" clId="{0AD032B2-333F-4EB0-981B-07FD73F9B013}" dt="2025-05-07T12:49:39.206" v="702" actId="1076"/>
          <ac:spMkLst>
            <pc:docMk/>
            <pc:sldMk cId="1241678404" sldId="258"/>
            <ac:spMk id="10" creationId="{5B32300B-779D-4139-A751-8DB1CDE347F9}"/>
          </ac:spMkLst>
        </pc:spChg>
        <pc:cxnChg chg="add mod">
          <ac:chgData name="Aoning WANG" userId="c85a298ae276e663" providerId="LiveId" clId="{0AD032B2-333F-4EB0-981B-07FD73F9B013}" dt="2025-05-07T12:49:39.206" v="702" actId="1076"/>
          <ac:cxnSpMkLst>
            <pc:docMk/>
            <pc:sldMk cId="1241678404" sldId="258"/>
            <ac:cxnSpMk id="5" creationId="{9C178902-30A4-73D7-8D00-464C0486FEB5}"/>
          </ac:cxnSpMkLst>
        </pc:cxnChg>
        <pc:cxnChg chg="add mod">
          <ac:chgData name="Aoning WANG" userId="c85a298ae276e663" providerId="LiveId" clId="{0AD032B2-333F-4EB0-981B-07FD73F9B013}" dt="2025-05-07T12:49:39.206" v="702" actId="1076"/>
          <ac:cxnSpMkLst>
            <pc:docMk/>
            <pc:sldMk cId="1241678404" sldId="258"/>
            <ac:cxnSpMk id="12" creationId="{26EB5933-4DFF-B537-39E3-CC128C9E9A0D}"/>
          </ac:cxnSpMkLst>
        </pc:cxnChg>
        <pc:cxnChg chg="add mod">
          <ac:chgData name="Aoning WANG" userId="c85a298ae276e663" providerId="LiveId" clId="{0AD032B2-333F-4EB0-981B-07FD73F9B013}" dt="2025-05-07T12:49:39.206" v="702" actId="1076"/>
          <ac:cxnSpMkLst>
            <pc:docMk/>
            <pc:sldMk cId="1241678404" sldId="258"/>
            <ac:cxnSpMk id="13" creationId="{FA45A7F5-366F-7ECC-57C7-DA087328C96E}"/>
          </ac:cxnSpMkLst>
        </pc:cxnChg>
        <pc:cxnChg chg="add mod">
          <ac:chgData name="Aoning WANG" userId="c85a298ae276e663" providerId="LiveId" clId="{0AD032B2-333F-4EB0-981B-07FD73F9B013}" dt="2025-05-07T12:49:39.206" v="702" actId="1076"/>
          <ac:cxnSpMkLst>
            <pc:docMk/>
            <pc:sldMk cId="1241678404" sldId="258"/>
            <ac:cxnSpMk id="14" creationId="{48D4C577-43AE-C976-DD0A-2035C82E471C}"/>
          </ac:cxnSpMkLst>
        </pc:cxnChg>
        <pc:cxnChg chg="add mod">
          <ac:chgData name="Aoning WANG" userId="c85a298ae276e663" providerId="LiveId" clId="{0AD032B2-333F-4EB0-981B-07FD73F9B013}" dt="2025-05-07T12:49:39.206" v="702" actId="1076"/>
          <ac:cxnSpMkLst>
            <pc:docMk/>
            <pc:sldMk cId="1241678404" sldId="258"/>
            <ac:cxnSpMk id="15" creationId="{6E6D21BC-CAE2-5370-FF72-B2F9FDED65B1}"/>
          </ac:cxnSpMkLst>
        </pc:cxnChg>
        <pc:cxnChg chg="add mod">
          <ac:chgData name="Aoning WANG" userId="c85a298ae276e663" providerId="LiveId" clId="{0AD032B2-333F-4EB0-981B-07FD73F9B013}" dt="2025-05-07T12:49:39.206" v="702" actId="1076"/>
          <ac:cxnSpMkLst>
            <pc:docMk/>
            <pc:sldMk cId="1241678404" sldId="258"/>
            <ac:cxnSpMk id="16" creationId="{1D41CEA9-FF7D-4AD7-52D6-BA2FD3D2844B}"/>
          </ac:cxnSpMkLst>
        </pc:cxnChg>
      </pc:sldChg>
      <pc:sldChg chg="addSp delSp modSp new mod">
        <pc:chgData name="Aoning WANG" userId="c85a298ae276e663" providerId="LiveId" clId="{0AD032B2-333F-4EB0-981B-07FD73F9B013}" dt="2025-05-07T13:18:26.768" v="731" actId="20577"/>
        <pc:sldMkLst>
          <pc:docMk/>
          <pc:sldMk cId="3360374693" sldId="259"/>
        </pc:sldMkLst>
        <pc:spChg chg="del">
          <ac:chgData name="Aoning WANG" userId="c85a298ae276e663" providerId="LiveId" clId="{0AD032B2-333F-4EB0-981B-07FD73F9B013}" dt="2025-05-07T12:49:58.014" v="704" actId="478"/>
          <ac:spMkLst>
            <pc:docMk/>
            <pc:sldMk cId="3360374693" sldId="259"/>
            <ac:spMk id="2" creationId="{6222B40D-E9C1-E1EB-8FD1-FD369716A60B}"/>
          </ac:spMkLst>
        </pc:spChg>
        <pc:spChg chg="del">
          <ac:chgData name="Aoning WANG" userId="c85a298ae276e663" providerId="LiveId" clId="{0AD032B2-333F-4EB0-981B-07FD73F9B013}" dt="2025-05-07T12:49:59.558" v="705" actId="478"/>
          <ac:spMkLst>
            <pc:docMk/>
            <pc:sldMk cId="3360374693" sldId="259"/>
            <ac:spMk id="3" creationId="{A97DE919-0E99-1ECC-39E3-EBBE82CF367E}"/>
          </ac:spMkLst>
        </pc:spChg>
        <pc:spChg chg="add mod">
          <ac:chgData name="Aoning WANG" userId="c85a298ae276e663" providerId="LiveId" clId="{0AD032B2-333F-4EB0-981B-07FD73F9B013}" dt="2025-05-07T13:18:26.768" v="731" actId="20577"/>
          <ac:spMkLst>
            <pc:docMk/>
            <pc:sldMk cId="3360374693" sldId="259"/>
            <ac:spMk id="4" creationId="{82B8F479-493D-9665-E547-D0972376357A}"/>
          </ac:spMkLst>
        </pc:spChg>
      </pc:sldChg>
      <pc:sldChg chg="addSp delSp modSp new mod">
        <pc:chgData name="Aoning WANG" userId="c85a298ae276e663" providerId="LiveId" clId="{0AD032B2-333F-4EB0-981B-07FD73F9B013}" dt="2025-05-07T14:51:12.137" v="1414" actId="1076"/>
        <pc:sldMkLst>
          <pc:docMk/>
          <pc:sldMk cId="3946984357" sldId="260"/>
        </pc:sldMkLst>
        <pc:spChg chg="del">
          <ac:chgData name="Aoning WANG" userId="c85a298ae276e663" providerId="LiveId" clId="{0AD032B2-333F-4EB0-981B-07FD73F9B013}" dt="2025-05-07T12:51:37.826" v="725" actId="478"/>
          <ac:spMkLst>
            <pc:docMk/>
            <pc:sldMk cId="3946984357" sldId="260"/>
            <ac:spMk id="2" creationId="{2783A6F7-3299-C347-3B5B-02376AC5ECB8}"/>
          </ac:spMkLst>
        </pc:spChg>
        <pc:spChg chg="del">
          <ac:chgData name="Aoning WANG" userId="c85a298ae276e663" providerId="LiveId" clId="{0AD032B2-333F-4EB0-981B-07FD73F9B013}" dt="2025-05-07T12:51:39.412" v="726" actId="478"/>
          <ac:spMkLst>
            <pc:docMk/>
            <pc:sldMk cId="3946984357" sldId="260"/>
            <ac:spMk id="3" creationId="{A674E37C-48E9-0A06-FB0E-7E27147C81F7}"/>
          </ac:spMkLst>
        </pc:spChg>
        <pc:spChg chg="add mod">
          <ac:chgData name="Aoning WANG" userId="c85a298ae276e663" providerId="LiveId" clId="{0AD032B2-333F-4EB0-981B-07FD73F9B013}" dt="2025-05-07T14:37:50.999" v="1363" actId="1076"/>
          <ac:spMkLst>
            <pc:docMk/>
            <pc:sldMk cId="3946984357" sldId="260"/>
            <ac:spMk id="4" creationId="{D5D1E617-11AB-7957-58D4-BCE88E08DBF3}"/>
          </ac:spMkLst>
        </pc:spChg>
        <pc:spChg chg="add mod">
          <ac:chgData name="Aoning WANG" userId="c85a298ae276e663" providerId="LiveId" clId="{0AD032B2-333F-4EB0-981B-07FD73F9B013}" dt="2025-05-07T14:37:50.999" v="1363" actId="1076"/>
          <ac:spMkLst>
            <pc:docMk/>
            <pc:sldMk cId="3946984357" sldId="260"/>
            <ac:spMk id="5" creationId="{B47BEDB9-190C-9A96-D88D-94D37ED9D076}"/>
          </ac:spMkLst>
        </pc:spChg>
        <pc:spChg chg="add mod">
          <ac:chgData name="Aoning WANG" userId="c85a298ae276e663" providerId="LiveId" clId="{0AD032B2-333F-4EB0-981B-07FD73F9B013}" dt="2025-05-07T14:37:50.999" v="1363" actId="1076"/>
          <ac:spMkLst>
            <pc:docMk/>
            <pc:sldMk cId="3946984357" sldId="260"/>
            <ac:spMk id="8" creationId="{4BD66DAB-3AD3-43D3-E575-4571D59A041F}"/>
          </ac:spMkLst>
        </pc:spChg>
        <pc:spChg chg="add mod">
          <ac:chgData name="Aoning WANG" userId="c85a298ae276e663" providerId="LiveId" clId="{0AD032B2-333F-4EB0-981B-07FD73F9B013}" dt="2025-05-07T14:38:01.056" v="1364" actId="1076"/>
          <ac:spMkLst>
            <pc:docMk/>
            <pc:sldMk cId="3946984357" sldId="260"/>
            <ac:spMk id="9" creationId="{71F0FED7-4910-D5EA-6F69-063C16E7E49E}"/>
          </ac:spMkLst>
        </pc:spChg>
        <pc:spChg chg="add mod">
          <ac:chgData name="Aoning WANG" userId="c85a298ae276e663" providerId="LiveId" clId="{0AD032B2-333F-4EB0-981B-07FD73F9B013}" dt="2025-05-07T14:38:01.056" v="1364" actId="1076"/>
          <ac:spMkLst>
            <pc:docMk/>
            <pc:sldMk cId="3946984357" sldId="260"/>
            <ac:spMk id="10" creationId="{35BA4002-B7E9-A01D-59A1-DA4B5EB504D2}"/>
          </ac:spMkLst>
        </pc:spChg>
        <pc:spChg chg="add mod">
          <ac:chgData name="Aoning WANG" userId="c85a298ae276e663" providerId="LiveId" clId="{0AD032B2-333F-4EB0-981B-07FD73F9B013}" dt="2025-05-07T14:38:01.056" v="1364" actId="1076"/>
          <ac:spMkLst>
            <pc:docMk/>
            <pc:sldMk cId="3946984357" sldId="260"/>
            <ac:spMk id="12" creationId="{846B652B-25B4-611F-A28A-5557B0BFBE9A}"/>
          </ac:spMkLst>
        </pc:spChg>
        <pc:spChg chg="add mod">
          <ac:chgData name="Aoning WANG" userId="c85a298ae276e663" providerId="LiveId" clId="{0AD032B2-333F-4EB0-981B-07FD73F9B013}" dt="2025-05-07T14:38:01.056" v="1364" actId="1076"/>
          <ac:spMkLst>
            <pc:docMk/>
            <pc:sldMk cId="3946984357" sldId="260"/>
            <ac:spMk id="14" creationId="{49CEF49E-983D-5592-1DF4-90054DF845C1}"/>
          </ac:spMkLst>
        </pc:spChg>
        <pc:spChg chg="add mod">
          <ac:chgData name="Aoning WANG" userId="c85a298ae276e663" providerId="LiveId" clId="{0AD032B2-333F-4EB0-981B-07FD73F9B013}" dt="2025-05-07T14:38:01.056" v="1364" actId="1076"/>
          <ac:spMkLst>
            <pc:docMk/>
            <pc:sldMk cId="3946984357" sldId="260"/>
            <ac:spMk id="16" creationId="{0AE46C65-7F2D-C860-D978-450C3E542848}"/>
          </ac:spMkLst>
        </pc:spChg>
        <pc:spChg chg="add mod">
          <ac:chgData name="Aoning WANG" userId="c85a298ae276e663" providerId="LiveId" clId="{0AD032B2-333F-4EB0-981B-07FD73F9B013}" dt="2025-05-07T14:38:01.056" v="1364" actId="1076"/>
          <ac:spMkLst>
            <pc:docMk/>
            <pc:sldMk cId="3946984357" sldId="260"/>
            <ac:spMk id="24" creationId="{5EE8CCA0-F183-AE89-F055-30F02E30C7EC}"/>
          </ac:spMkLst>
        </pc:spChg>
        <pc:spChg chg="add mod">
          <ac:chgData name="Aoning WANG" userId="c85a298ae276e663" providerId="LiveId" clId="{0AD032B2-333F-4EB0-981B-07FD73F9B013}" dt="2025-05-07T14:38:01.056" v="1364" actId="1076"/>
          <ac:spMkLst>
            <pc:docMk/>
            <pc:sldMk cId="3946984357" sldId="260"/>
            <ac:spMk id="25" creationId="{0CF8F671-8522-F567-DA38-EEA101F124ED}"/>
          </ac:spMkLst>
        </pc:spChg>
        <pc:spChg chg="add mod">
          <ac:chgData name="Aoning WANG" userId="c85a298ae276e663" providerId="LiveId" clId="{0AD032B2-333F-4EB0-981B-07FD73F9B013}" dt="2025-05-07T14:38:11.753" v="1365" actId="1076"/>
          <ac:spMkLst>
            <pc:docMk/>
            <pc:sldMk cId="3946984357" sldId="260"/>
            <ac:spMk id="26" creationId="{0A7B6B25-D32E-27AE-8DFA-AE0E05E52223}"/>
          </ac:spMkLst>
        </pc:spChg>
        <pc:spChg chg="add mod">
          <ac:chgData name="Aoning WANG" userId="c85a298ae276e663" providerId="LiveId" clId="{0AD032B2-333F-4EB0-981B-07FD73F9B013}" dt="2025-05-07T14:38:11.753" v="1365" actId="1076"/>
          <ac:spMkLst>
            <pc:docMk/>
            <pc:sldMk cId="3946984357" sldId="260"/>
            <ac:spMk id="27" creationId="{F7AF6EDE-F71C-477E-B8F4-07AA60D7F432}"/>
          </ac:spMkLst>
        </pc:spChg>
        <pc:spChg chg="add mod">
          <ac:chgData name="Aoning WANG" userId="c85a298ae276e663" providerId="LiveId" clId="{0AD032B2-333F-4EB0-981B-07FD73F9B013}" dt="2025-05-07T14:38:11.753" v="1365" actId="1076"/>
          <ac:spMkLst>
            <pc:docMk/>
            <pc:sldMk cId="3946984357" sldId="260"/>
            <ac:spMk id="32" creationId="{747F6D5E-3989-BFBB-4541-C09B48477D35}"/>
          </ac:spMkLst>
        </pc:spChg>
        <pc:spChg chg="add mod">
          <ac:chgData name="Aoning WANG" userId="c85a298ae276e663" providerId="LiveId" clId="{0AD032B2-333F-4EB0-981B-07FD73F9B013}" dt="2025-05-07T14:38:20.475" v="1366" actId="1076"/>
          <ac:spMkLst>
            <pc:docMk/>
            <pc:sldMk cId="3946984357" sldId="260"/>
            <ac:spMk id="33" creationId="{310BC584-C921-D119-E65A-983E9DAB7330}"/>
          </ac:spMkLst>
        </pc:spChg>
        <pc:spChg chg="add mod">
          <ac:chgData name="Aoning WANG" userId="c85a298ae276e663" providerId="LiveId" clId="{0AD032B2-333F-4EB0-981B-07FD73F9B013}" dt="2025-05-07T14:38:20.475" v="1366" actId="1076"/>
          <ac:spMkLst>
            <pc:docMk/>
            <pc:sldMk cId="3946984357" sldId="260"/>
            <ac:spMk id="34" creationId="{F546E92D-5A6C-F71F-A9B8-8929DD062E69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35" creationId="{2D70BD42-31DD-687B-6A54-A63BB8C800A9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37" creationId="{B13FF554-51D6-8B42-CAA6-E56822A87D44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38" creationId="{EE653FE0-7C75-66B7-C2E7-0F5EC67D55A6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39" creationId="{6155E782-309E-FD9B-E31A-3ED732128556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40" creationId="{D3DCA065-7BD9-AF2F-C95F-A8EE95080006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41" creationId="{C01D189E-2716-F959-4A4D-D6F9EB478E14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42" creationId="{3848298E-538E-B0D7-55A9-8DFB5961F221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44" creationId="{3844EC27-9C33-BDBF-E052-B308B5101E6A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45" creationId="{629579FD-7474-E0C5-5A0B-401DDD51528F}"/>
          </ac:spMkLst>
        </pc:spChg>
        <pc:spChg chg="add del mod">
          <ac:chgData name="Aoning WANG" userId="c85a298ae276e663" providerId="LiveId" clId="{0AD032B2-333F-4EB0-981B-07FD73F9B013}" dt="2025-05-07T13:45:16.505" v="953" actId="478"/>
          <ac:spMkLst>
            <pc:docMk/>
            <pc:sldMk cId="3946984357" sldId="260"/>
            <ac:spMk id="46" creationId="{B41BD233-7F58-2238-6C48-1F917863F055}"/>
          </ac:spMkLst>
        </pc:spChg>
        <pc:spChg chg="add mod">
          <ac:chgData name="Aoning WANG" userId="c85a298ae276e663" providerId="LiveId" clId="{0AD032B2-333F-4EB0-981B-07FD73F9B013}" dt="2025-05-07T14:38:37.468" v="1367" actId="1076"/>
          <ac:spMkLst>
            <pc:docMk/>
            <pc:sldMk cId="3946984357" sldId="260"/>
            <ac:spMk id="80" creationId="{7EDFBBF7-EAAF-BB2C-A3FF-C4FF171CDB84}"/>
          </ac:spMkLst>
        </pc:spChg>
        <pc:spChg chg="add mod">
          <ac:chgData name="Aoning WANG" userId="c85a298ae276e663" providerId="LiveId" clId="{0AD032B2-333F-4EB0-981B-07FD73F9B013}" dt="2025-05-07T14:51:12.137" v="1414" actId="1076"/>
          <ac:spMkLst>
            <pc:docMk/>
            <pc:sldMk cId="3946984357" sldId="260"/>
            <ac:spMk id="81" creationId="{1E435933-26F0-E0FC-795D-6CB32260BA99}"/>
          </ac:spMkLst>
        </pc:spChg>
        <pc:spChg chg="add mod">
          <ac:chgData name="Aoning WANG" userId="c85a298ae276e663" providerId="LiveId" clId="{0AD032B2-333F-4EB0-981B-07FD73F9B013}" dt="2025-05-07T14:45:47.067" v="1384" actId="1076"/>
          <ac:spMkLst>
            <pc:docMk/>
            <pc:sldMk cId="3946984357" sldId="260"/>
            <ac:spMk id="82" creationId="{BE136F00-0B44-E27A-20B9-9FDB41817CCD}"/>
          </ac:spMkLst>
        </pc:spChg>
        <pc:spChg chg="add mod">
          <ac:chgData name="Aoning WANG" userId="c85a298ae276e663" providerId="LiveId" clId="{0AD032B2-333F-4EB0-981B-07FD73F9B013}" dt="2025-05-07T14:46:11.351" v="1389" actId="14100"/>
          <ac:spMkLst>
            <pc:docMk/>
            <pc:sldMk cId="3946984357" sldId="260"/>
            <ac:spMk id="83" creationId="{8B6896E4-1478-0236-1F5C-703E8C18C6B4}"/>
          </ac:spMkLst>
        </pc:spChg>
        <pc:spChg chg="add del mod">
          <ac:chgData name="Aoning WANG" userId="c85a298ae276e663" providerId="LiveId" clId="{0AD032B2-333F-4EB0-981B-07FD73F9B013}" dt="2025-05-07T14:07:27.283" v="1146" actId="478"/>
          <ac:spMkLst>
            <pc:docMk/>
            <pc:sldMk cId="3946984357" sldId="260"/>
            <ac:spMk id="84" creationId="{47E0264F-9467-F623-5072-327AF1D09393}"/>
          </ac:spMkLst>
        </pc:spChg>
        <pc:spChg chg="add mod">
          <ac:chgData name="Aoning WANG" userId="c85a298ae276e663" providerId="LiveId" clId="{0AD032B2-333F-4EB0-981B-07FD73F9B013}" dt="2025-05-07T14:45:50.401" v="1385" actId="1076"/>
          <ac:spMkLst>
            <pc:docMk/>
            <pc:sldMk cId="3946984357" sldId="260"/>
            <ac:spMk id="85" creationId="{D59224CF-D87B-45B5-6747-C1A6B6B68207}"/>
          </ac:spMkLst>
        </pc:spChg>
        <pc:spChg chg="add mod">
          <ac:chgData name="Aoning WANG" userId="c85a298ae276e663" providerId="LiveId" clId="{0AD032B2-333F-4EB0-981B-07FD73F9B013}" dt="2025-05-07T14:45:55.018" v="1386" actId="1076"/>
          <ac:spMkLst>
            <pc:docMk/>
            <pc:sldMk cId="3946984357" sldId="260"/>
            <ac:spMk id="90" creationId="{23A883CD-FF48-075B-EE09-C85408A9C4A5}"/>
          </ac:spMkLst>
        </pc:spChg>
        <pc:spChg chg="add mod">
          <ac:chgData name="Aoning WANG" userId="c85a298ae276e663" providerId="LiveId" clId="{0AD032B2-333F-4EB0-981B-07FD73F9B013}" dt="2025-05-07T14:46:23.267" v="1390" actId="1076"/>
          <ac:spMkLst>
            <pc:docMk/>
            <pc:sldMk cId="3946984357" sldId="260"/>
            <ac:spMk id="91" creationId="{9FDFE8C7-93DF-E828-A030-C5B8A6F17C1B}"/>
          </ac:spMkLst>
        </pc:spChg>
        <pc:spChg chg="add mod">
          <ac:chgData name="Aoning WANG" userId="c85a298ae276e663" providerId="LiveId" clId="{0AD032B2-333F-4EB0-981B-07FD73F9B013}" dt="2025-05-07T14:46:28.953" v="1391" actId="1076"/>
          <ac:spMkLst>
            <pc:docMk/>
            <pc:sldMk cId="3946984357" sldId="260"/>
            <ac:spMk id="94" creationId="{1F3C8040-58DF-51A4-4FE9-E67EB527726D}"/>
          </ac:spMkLst>
        </pc:spChg>
        <pc:spChg chg="add mod">
          <ac:chgData name="Aoning WANG" userId="c85a298ae276e663" providerId="LiveId" clId="{0AD032B2-333F-4EB0-981B-07FD73F9B013}" dt="2025-05-07T14:46:45.981" v="1394" actId="14100"/>
          <ac:spMkLst>
            <pc:docMk/>
            <pc:sldMk cId="3946984357" sldId="260"/>
            <ac:spMk id="95" creationId="{0D8561B4-55E8-197D-7C57-055FF047AAD1}"/>
          </ac:spMkLst>
        </pc:spChg>
        <pc:spChg chg="add mod">
          <ac:chgData name="Aoning WANG" userId="c85a298ae276e663" providerId="LiveId" clId="{0AD032B2-333F-4EB0-981B-07FD73F9B013}" dt="2025-05-07T14:46:50.993" v="1395" actId="1076"/>
          <ac:spMkLst>
            <pc:docMk/>
            <pc:sldMk cId="3946984357" sldId="260"/>
            <ac:spMk id="96" creationId="{C623CBA4-3BBB-DD75-1AE7-57A822DCE888}"/>
          </ac:spMkLst>
        </pc:spChg>
        <pc:spChg chg="add mod">
          <ac:chgData name="Aoning WANG" userId="c85a298ae276e663" providerId="LiveId" clId="{0AD032B2-333F-4EB0-981B-07FD73F9B013}" dt="2025-05-07T14:46:56.324" v="1396" actId="1076"/>
          <ac:spMkLst>
            <pc:docMk/>
            <pc:sldMk cId="3946984357" sldId="260"/>
            <ac:spMk id="99" creationId="{9E9FD196-143F-3E43-B93F-6CAA21033B59}"/>
          </ac:spMkLst>
        </pc:spChg>
        <pc:spChg chg="add del mod">
          <ac:chgData name="Aoning WANG" userId="c85a298ae276e663" providerId="LiveId" clId="{0AD032B2-333F-4EB0-981B-07FD73F9B013}" dt="2025-05-07T14:36:08.404" v="1362" actId="478"/>
          <ac:spMkLst>
            <pc:docMk/>
            <pc:sldMk cId="3946984357" sldId="260"/>
            <ac:spMk id="102" creationId="{580907FC-8319-9FB4-3F0D-D6A9057F30F4}"/>
          </ac:spMkLst>
        </pc:spChg>
        <pc:picChg chg="add mod">
          <ac:chgData name="Aoning WANG" userId="c85a298ae276e663" providerId="LiveId" clId="{0AD032B2-333F-4EB0-981B-07FD73F9B013}" dt="2025-05-07T14:37:50.999" v="1363" actId="1076"/>
          <ac:picMkLst>
            <pc:docMk/>
            <pc:sldMk cId="3946984357" sldId="260"/>
            <ac:picMk id="7" creationId="{978871A5-E79C-337F-CA94-001FE9100B01}"/>
          </ac:picMkLst>
        </pc:picChg>
        <pc:picChg chg="add del mod">
          <ac:chgData name="Aoning WANG" userId="c85a298ae276e663" providerId="LiveId" clId="{0AD032B2-333F-4EB0-981B-07FD73F9B013}" dt="2025-05-07T13:40:10.622" v="872" actId="478"/>
          <ac:picMkLst>
            <pc:docMk/>
            <pc:sldMk cId="3946984357" sldId="260"/>
            <ac:picMk id="29" creationId="{013CCE00-9A81-AB85-1D80-FBBA306BA456}"/>
          </ac:picMkLst>
        </pc:picChg>
        <pc:picChg chg="add mod">
          <ac:chgData name="Aoning WANG" userId="c85a298ae276e663" providerId="LiveId" clId="{0AD032B2-333F-4EB0-981B-07FD73F9B013}" dt="2025-05-07T14:38:11.753" v="1365" actId="1076"/>
          <ac:picMkLst>
            <pc:docMk/>
            <pc:sldMk cId="3946984357" sldId="260"/>
            <ac:picMk id="31" creationId="{D43F7544-AE8D-5835-12C0-029F1838DD4E}"/>
          </ac:picMkLst>
        </pc:picChg>
        <pc:picChg chg="add del mod">
          <ac:chgData name="Aoning WANG" userId="c85a298ae276e663" providerId="LiveId" clId="{0AD032B2-333F-4EB0-981B-07FD73F9B013}" dt="2025-05-07T13:52:12.736" v="965" actId="478"/>
          <ac:picMkLst>
            <pc:docMk/>
            <pc:sldMk cId="3946984357" sldId="260"/>
            <ac:picMk id="77" creationId="{05292A00-1706-7304-63F8-A41207A47897}"/>
          </ac:picMkLst>
        </pc:picChg>
        <pc:picChg chg="add mod">
          <ac:chgData name="Aoning WANG" userId="c85a298ae276e663" providerId="LiveId" clId="{0AD032B2-333F-4EB0-981B-07FD73F9B013}" dt="2025-05-07T14:38:20.475" v="1366" actId="1076"/>
          <ac:picMkLst>
            <pc:docMk/>
            <pc:sldMk cId="3946984357" sldId="260"/>
            <ac:picMk id="79" creationId="{24769D37-5B8D-BB8F-AC83-84F22EA2897B}"/>
          </ac:picMkLst>
        </pc:picChg>
        <pc:picChg chg="add del mod">
          <ac:chgData name="Aoning WANG" userId="c85a298ae276e663" providerId="LiveId" clId="{0AD032B2-333F-4EB0-981B-07FD73F9B013}" dt="2025-05-07T14:03:52.153" v="1145" actId="478"/>
          <ac:picMkLst>
            <pc:docMk/>
            <pc:sldMk cId="3946984357" sldId="260"/>
            <ac:picMk id="87" creationId="{BD3FAFE5-683A-541E-C188-485EDFC8CE3F}"/>
          </ac:picMkLst>
        </pc:picChg>
        <pc:picChg chg="add mod">
          <ac:chgData name="Aoning WANG" userId="c85a298ae276e663" providerId="LiveId" clId="{0AD032B2-333F-4EB0-981B-07FD73F9B013}" dt="2025-05-07T14:46:00.476" v="1387" actId="1076"/>
          <ac:picMkLst>
            <pc:docMk/>
            <pc:sldMk cId="3946984357" sldId="260"/>
            <ac:picMk id="89" creationId="{5E19F0FC-DBD3-5401-067A-E11158E29BBB}"/>
          </ac:picMkLst>
        </pc:picChg>
        <pc:picChg chg="add mod">
          <ac:chgData name="Aoning WANG" userId="c85a298ae276e663" providerId="LiveId" clId="{0AD032B2-333F-4EB0-981B-07FD73F9B013}" dt="2025-05-07T14:46:34.253" v="1392" actId="1076"/>
          <ac:picMkLst>
            <pc:docMk/>
            <pc:sldMk cId="3946984357" sldId="260"/>
            <ac:picMk id="93" creationId="{CC906495-3728-EDEE-B95B-6388D62EB690}"/>
          </ac:picMkLst>
        </pc:picChg>
        <pc:picChg chg="add del mod">
          <ac:chgData name="Aoning WANG" userId="c85a298ae276e663" providerId="LiveId" clId="{0AD032B2-333F-4EB0-981B-07FD73F9B013}" dt="2025-05-07T14:33:47.702" v="1347" actId="478"/>
          <ac:picMkLst>
            <pc:docMk/>
            <pc:sldMk cId="3946984357" sldId="260"/>
            <ac:picMk id="98" creationId="{BF1E6852-B7DC-A6B2-6271-CE024E0651A0}"/>
          </ac:picMkLst>
        </pc:picChg>
        <pc:picChg chg="add mod">
          <ac:chgData name="Aoning WANG" userId="c85a298ae276e663" providerId="LiveId" clId="{0AD032B2-333F-4EB0-981B-07FD73F9B013}" dt="2025-05-07T14:46:59.754" v="1397" actId="1076"/>
          <ac:picMkLst>
            <pc:docMk/>
            <pc:sldMk cId="3946984357" sldId="260"/>
            <ac:picMk id="101" creationId="{36FFD1AD-52F8-D5B6-F247-71340A9E2BA6}"/>
          </ac:picMkLst>
        </pc:picChg>
        <pc:cxnChg chg="add mod">
          <ac:chgData name="Aoning WANG" userId="c85a298ae276e663" providerId="LiveId" clId="{0AD032B2-333F-4EB0-981B-07FD73F9B013}" dt="2025-05-07T13:35:55.661" v="799" actId="1076"/>
          <ac:cxnSpMkLst>
            <pc:docMk/>
            <pc:sldMk cId="3946984357" sldId="260"/>
            <ac:cxnSpMk id="13" creationId="{DDA4BE67-8884-E50A-BF34-0325283E07A6}"/>
          </ac:cxnSpMkLst>
        </pc:cxnChg>
        <pc:cxnChg chg="add mod">
          <ac:chgData name="Aoning WANG" userId="c85a298ae276e663" providerId="LiveId" clId="{0AD032B2-333F-4EB0-981B-07FD73F9B013}" dt="2025-05-07T14:38:01.056" v="1364" actId="1076"/>
          <ac:cxnSpMkLst>
            <pc:docMk/>
            <pc:sldMk cId="3946984357" sldId="260"/>
            <ac:cxnSpMk id="15" creationId="{C0E23F9C-E51E-AE31-B6FD-3CCB9F352DE3}"/>
          </ac:cxnSpMkLst>
        </pc:cxnChg>
        <pc:cxnChg chg="add mod">
          <ac:chgData name="Aoning WANG" userId="c85a298ae276e663" providerId="LiveId" clId="{0AD032B2-333F-4EB0-981B-07FD73F9B013}" dt="2025-05-07T14:38:01.056" v="1364" actId="1076"/>
          <ac:cxnSpMkLst>
            <pc:docMk/>
            <pc:sldMk cId="3946984357" sldId="260"/>
            <ac:cxnSpMk id="19" creationId="{DA33A31D-BE8B-28A5-9A29-0810C358A656}"/>
          </ac:cxnSpMkLst>
        </pc:cxnChg>
        <pc:cxnChg chg="add mod">
          <ac:chgData name="Aoning WANG" userId="c85a298ae276e663" providerId="LiveId" clId="{0AD032B2-333F-4EB0-981B-07FD73F9B013}" dt="2025-05-07T14:38:01.056" v="1364" actId="1076"/>
          <ac:cxnSpMkLst>
            <pc:docMk/>
            <pc:sldMk cId="3946984357" sldId="260"/>
            <ac:cxnSpMk id="20" creationId="{AF6B5A55-4BA4-D81A-D555-B4F1DCAB58F3}"/>
          </ac:cxnSpMkLst>
        </pc:cxnChg>
        <pc:cxnChg chg="add mod">
          <ac:chgData name="Aoning WANG" userId="c85a298ae276e663" providerId="LiveId" clId="{0AD032B2-333F-4EB0-981B-07FD73F9B013}" dt="2025-05-07T13:35:55.661" v="799" actId="1076"/>
          <ac:cxnSpMkLst>
            <pc:docMk/>
            <pc:sldMk cId="3946984357" sldId="260"/>
            <ac:cxnSpMk id="21" creationId="{104D6536-FF12-1839-4DBF-D2FCF57341D0}"/>
          </ac:cxnSpMkLst>
        </pc:cxnChg>
        <pc:cxnChg chg="add mod">
          <ac:chgData name="Aoning WANG" userId="c85a298ae276e663" providerId="LiveId" clId="{0AD032B2-333F-4EB0-981B-07FD73F9B013}" dt="2025-05-07T13:35:55.661" v="799" actId="1076"/>
          <ac:cxnSpMkLst>
            <pc:docMk/>
            <pc:sldMk cId="3946984357" sldId="260"/>
            <ac:cxnSpMk id="22" creationId="{6C98C1A3-0962-36F3-BFD1-2C9DCA7F5C60}"/>
          </ac:cxnSpMkLst>
        </pc:cxnChg>
        <pc:cxnChg chg="add mod">
          <ac:chgData name="Aoning WANG" userId="c85a298ae276e663" providerId="LiveId" clId="{0AD032B2-333F-4EB0-981B-07FD73F9B013}" dt="2025-05-07T14:43:18.611" v="1378" actId="208"/>
          <ac:cxnSpMkLst>
            <pc:docMk/>
            <pc:sldMk cId="3946984357" sldId="260"/>
            <ac:cxnSpMk id="104" creationId="{1186F38F-2C79-FFD5-2B51-917DC1DDEF9F}"/>
          </ac:cxnSpMkLst>
        </pc:cxnChg>
        <pc:cxnChg chg="add del mod">
          <ac:chgData name="Aoning WANG" userId="c85a298ae276e663" providerId="LiveId" clId="{0AD032B2-333F-4EB0-981B-07FD73F9B013}" dt="2025-05-07T14:42:43.937" v="1375" actId="478"/>
          <ac:cxnSpMkLst>
            <pc:docMk/>
            <pc:sldMk cId="3946984357" sldId="260"/>
            <ac:cxnSpMk id="105" creationId="{7653E79A-2F06-372B-6C7E-4CE7B5C27D8C}"/>
          </ac:cxnSpMkLst>
        </pc:cxnChg>
        <pc:cxnChg chg="add mod">
          <ac:chgData name="Aoning WANG" userId="c85a298ae276e663" providerId="LiveId" clId="{0AD032B2-333F-4EB0-981B-07FD73F9B013}" dt="2025-05-07T14:43:23.225" v="1379" actId="208"/>
          <ac:cxnSpMkLst>
            <pc:docMk/>
            <pc:sldMk cId="3946984357" sldId="260"/>
            <ac:cxnSpMk id="110" creationId="{8CCAE729-F5E5-535E-38D9-472F1B6F6CEB}"/>
          </ac:cxnSpMkLst>
        </pc:cxnChg>
        <pc:cxnChg chg="add">
          <ac:chgData name="Aoning WANG" userId="c85a298ae276e663" providerId="LiveId" clId="{0AD032B2-333F-4EB0-981B-07FD73F9B013}" dt="2025-05-07T14:43:39.496" v="1380" actId="11529"/>
          <ac:cxnSpMkLst>
            <pc:docMk/>
            <pc:sldMk cId="3946984357" sldId="260"/>
            <ac:cxnSpMk id="112" creationId="{C4F03752-95F6-9530-655C-62939DAC30BD}"/>
          </ac:cxnSpMkLst>
        </pc:cxnChg>
        <pc:cxnChg chg="add mod">
          <ac:chgData name="Aoning WANG" userId="c85a298ae276e663" providerId="LiveId" clId="{0AD032B2-333F-4EB0-981B-07FD73F9B013}" dt="2025-05-07T14:51:12.137" v="1414" actId="1076"/>
          <ac:cxnSpMkLst>
            <pc:docMk/>
            <pc:sldMk cId="3946984357" sldId="260"/>
            <ac:cxnSpMk id="114" creationId="{3D0B0AA3-F2E5-53B9-D897-43BCBCDB6A47}"/>
          </ac:cxnSpMkLst>
        </pc:cxnChg>
        <pc:cxnChg chg="add">
          <ac:chgData name="Aoning WANG" userId="c85a298ae276e663" providerId="LiveId" clId="{0AD032B2-333F-4EB0-981B-07FD73F9B013}" dt="2025-05-07T14:50:04.251" v="1409" actId="11529"/>
          <ac:cxnSpMkLst>
            <pc:docMk/>
            <pc:sldMk cId="3946984357" sldId="260"/>
            <ac:cxnSpMk id="123" creationId="{7633A7A6-55A1-2CA0-ACE0-72DEFAA912CD}"/>
          </ac:cxnSpMkLst>
        </pc:cxnChg>
        <pc:cxnChg chg="add mod">
          <ac:chgData name="Aoning WANG" userId="c85a298ae276e663" providerId="LiveId" clId="{0AD032B2-333F-4EB0-981B-07FD73F9B013}" dt="2025-05-07T14:50:42.223" v="1412" actId="14100"/>
          <ac:cxnSpMkLst>
            <pc:docMk/>
            <pc:sldMk cId="3946984357" sldId="260"/>
            <ac:cxnSpMk id="125" creationId="{0F4C4CE9-0157-3F5C-C50A-E6F0F027A944}"/>
          </ac:cxnSpMkLst>
        </pc:cxnChg>
        <pc:cxnChg chg="add mod">
          <ac:chgData name="Aoning WANG" userId="c85a298ae276e663" providerId="LiveId" clId="{0AD032B2-333F-4EB0-981B-07FD73F9B013}" dt="2025-05-07T14:51:12.137" v="1414" actId="1076"/>
          <ac:cxnSpMkLst>
            <pc:docMk/>
            <pc:sldMk cId="3946984357" sldId="260"/>
            <ac:cxnSpMk id="127" creationId="{71653B75-7202-EA77-0641-531593472B93}"/>
          </ac:cxnSpMkLst>
        </pc:cxnChg>
      </pc:sldChg>
      <pc:sldChg chg="addSp delSp modSp new mod">
        <pc:chgData name="Aoning WANG" userId="c85a298ae276e663" providerId="LiveId" clId="{0AD032B2-333F-4EB0-981B-07FD73F9B013}" dt="2025-05-07T14:54:29.733" v="1428" actId="1076"/>
        <pc:sldMkLst>
          <pc:docMk/>
          <pc:sldMk cId="4149271714" sldId="261"/>
        </pc:sldMkLst>
        <pc:spChg chg="del">
          <ac:chgData name="Aoning WANG" userId="c85a298ae276e663" providerId="LiveId" clId="{0AD032B2-333F-4EB0-981B-07FD73F9B013}" dt="2025-05-07T14:52:55.462" v="1416" actId="478"/>
          <ac:spMkLst>
            <pc:docMk/>
            <pc:sldMk cId="4149271714" sldId="261"/>
            <ac:spMk id="2" creationId="{EE581B5B-F7E4-8C7B-6C43-4FF25D5782EF}"/>
          </ac:spMkLst>
        </pc:spChg>
        <pc:spChg chg="del">
          <ac:chgData name="Aoning WANG" userId="c85a298ae276e663" providerId="LiveId" clId="{0AD032B2-333F-4EB0-981B-07FD73F9B013}" dt="2025-05-07T14:52:56.654" v="1417" actId="478"/>
          <ac:spMkLst>
            <pc:docMk/>
            <pc:sldMk cId="4149271714" sldId="261"/>
            <ac:spMk id="3" creationId="{A4B62379-9738-ABFF-7159-EAE7C0C78A6E}"/>
          </ac:spMkLst>
        </pc:spChg>
        <pc:picChg chg="add del mod">
          <ac:chgData name="Aoning WANG" userId="c85a298ae276e663" providerId="LiveId" clId="{0AD032B2-333F-4EB0-981B-07FD73F9B013}" dt="2025-05-07T14:53:22.963" v="1423" actId="478"/>
          <ac:picMkLst>
            <pc:docMk/>
            <pc:sldMk cId="4149271714" sldId="261"/>
            <ac:picMk id="5" creationId="{C7C8196E-4C4B-7DFC-7AEE-51801D50794E}"/>
          </ac:picMkLst>
        </pc:picChg>
        <pc:picChg chg="add mod">
          <ac:chgData name="Aoning WANG" userId="c85a298ae276e663" providerId="LiveId" clId="{0AD032B2-333F-4EB0-981B-07FD73F9B013}" dt="2025-05-07T14:54:29.733" v="1428" actId="1076"/>
          <ac:picMkLst>
            <pc:docMk/>
            <pc:sldMk cId="4149271714" sldId="261"/>
            <ac:picMk id="7" creationId="{FD56B084-DADB-B014-34A4-D7207F71C0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E0493-A15E-43FE-B96B-ABD64E541ED5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4209F-9884-470D-95DB-DED9226F3A6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618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4209F-9884-470D-95DB-DED9226F3A64}" type="slidenum">
              <a:rPr lang="en-HK" smtClean="0"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8172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41F2-8E0B-1532-6D1E-779342068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AD444-7B74-97A6-8399-066612B25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240FB-7F9B-C379-874D-2AB63702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D7FA-CA13-1B72-A9A1-F78A1B1B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DC1E9-3A00-420B-D3E6-B34FC7B0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3741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C7A4-FD46-5087-4EFF-E88DE3A0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9234-B36F-525D-FAD2-224A20A9A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6623D-F576-C0D6-0480-B74CC8F50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E51A-5A7B-9281-C9FF-F0B794C9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2AD9-CF6A-60C8-F07E-786742B9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7099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8A08-E16E-633C-D0B1-5342E118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8A1CC-C476-471B-B99D-58FA2D10A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C88B3-2D51-42F0-E95E-BD2F0B33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A83AB-E989-D835-BC0A-F1352297C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2D6A8-C3A1-2EF1-C95F-CDF865F8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1716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1BFE-9B1A-0743-E1EC-81CE886C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EF08D-1573-A7C8-30BE-DC4F28DA0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3A493-A502-A290-6DAD-8220719F1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5B734-197A-B807-DE70-F2CBEF0E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C51ED-5619-54EF-D7C6-68AFFBF2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7AF4F-117B-1B31-E742-97533D42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40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CACB-28FA-F79D-C050-0889089F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153C4-F91D-0835-CC26-3AEA029C2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596DF-AC65-75BE-391F-A250134E8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6A69A-1835-BFC6-EB79-FDC2E649B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9F877-89FC-5ED5-D227-E6CF874EA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46AF90-EB1D-9A49-7FA8-9F141808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39471-DDD2-C9A8-60E6-75D6FC75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0A6C8-CC9D-E37C-32DC-A1F63557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6744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A481-1AEA-DBAE-F8E4-A9EF349E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5F472-EE25-F776-ADB6-462C54E1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4CC00-F290-B4CD-E230-821480DC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16251-8E9E-285A-1A26-398731E7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400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3E455-D151-250C-9304-AA87B171C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1AE5E-142E-1174-7A50-52EA6D5F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9D66D-1132-C41A-90D7-7C2964EC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8579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FE8A-480A-85D0-4089-614F0267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A7CEA-27E8-35A9-DE7F-32786A6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57762-99E5-6DCE-C90C-5399E3B96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96827-20E9-3DCD-3336-AB1673ED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40212-58E1-4064-F991-417D5F17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3089A-8B41-0FA8-59AC-B245B9B5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1997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7F69-72D2-4033-301F-F534995E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D07E0-8609-3C9E-1170-729B395D9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2AFE2-6398-E11F-6440-A05D28902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C8F8B-9B70-F673-72A0-CD4058D8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FD070-6B9A-779C-D76E-E70FBD76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0EBC4-C318-3156-589B-F513B091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4688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275B-81AB-1476-2DF9-8FAAC559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7247E-402F-33CF-F8D8-5C1451537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BA074-3A4F-85D7-3C27-E5D4D881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C7BB7-57EC-CF9E-5008-DA4CA42F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6F382-322D-DC41-4C94-FAD7188E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721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7AE2C-1F5E-48A7-439E-5B62CFE84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34A7D-46BA-D40A-53C8-56CFE5C60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3F27-FB17-3525-4224-F47D1151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9C28B-EFB3-0E4C-6FE0-778D7A4F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C1FFE-E88C-5DA7-B36F-F830FBEE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94362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F787E-4383-B353-0EC3-2B591D1D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A7C7D-2161-2CDE-E6CA-5EB2DFCB2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EE7AE-FD39-D3D5-D1D9-46443C939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F24D8-8B8C-4BAB-877E-427AC40B80B2}" type="datetimeFigureOut">
              <a:rPr lang="en-HK" smtClean="0"/>
              <a:t>7/5/2025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AC4BF-D5F0-CF9D-71FA-48F14E449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6149F-5928-C244-28D5-EDCD3F9A3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AC51B-34E0-4672-A16D-1B3C88D8137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1309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C278E1-6608-40CE-7A04-749E2FB88D58}"/>
                  </a:ext>
                </a:extLst>
              </p:cNvPr>
              <p:cNvSpPr txBox="1"/>
              <p:nvPr/>
            </p:nvSpPr>
            <p:spPr>
              <a:xfrm>
                <a:off x="1139686" y="1537253"/>
                <a:ext cx="1093305" cy="47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acc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C278E1-6608-40CE-7A04-749E2FB88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86" y="1537253"/>
                <a:ext cx="1093305" cy="471539"/>
              </a:xfrm>
              <a:prstGeom prst="rect">
                <a:avLst/>
              </a:prstGeom>
              <a:blipFill>
                <a:blip r:embed="rId2"/>
                <a:stretch>
                  <a:fillRect l="-1676" t="-3846" r="-11173" b="-1794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wave&#10;&#10;AI-generated content may be incorrect.">
            <a:extLst>
              <a:ext uri="{FF2B5EF4-FFF2-40B4-BE49-F238E27FC236}">
                <a16:creationId xmlns:a16="http://schemas.microsoft.com/office/drawing/2014/main" id="{0F57384A-797A-8EBB-76BE-DD32456A0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721" y="3367941"/>
            <a:ext cx="2215555" cy="2302100"/>
          </a:xfrm>
          <a:prstGeom prst="rect">
            <a:avLst/>
          </a:prstGeom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9ECB2D37-ABB5-E3FA-978F-5638B99B6C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657" y="692890"/>
            <a:ext cx="2223619" cy="2302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FD57FE-F035-BDCD-F6C3-4D5C188CA41C}"/>
              </a:ext>
            </a:extLst>
          </p:cNvPr>
          <p:cNvSpPr txBox="1"/>
          <p:nvPr/>
        </p:nvSpPr>
        <p:spPr>
          <a:xfrm>
            <a:off x="7949276" y="3999580"/>
            <a:ext cx="1060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Corbel" panose="020B0503020204020204" pitchFamily="34" charset="0"/>
                <a:cs typeface="Times New Roman" panose="02020603050405020304" pitchFamily="18" charset="0"/>
              </a:rPr>
              <a:t>P(a, 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6E442-49FE-BE77-CAC0-B657B8839539}"/>
              </a:ext>
            </a:extLst>
          </p:cNvPr>
          <p:cNvSpPr txBox="1"/>
          <p:nvPr/>
        </p:nvSpPr>
        <p:spPr>
          <a:xfrm>
            <a:off x="7949276" y="1324529"/>
            <a:ext cx="1060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Corbel" panose="020B0503020204020204" pitchFamily="34" charset="0"/>
                <a:cs typeface="Times New Roman" panose="02020603050405020304" pitchFamily="18" charset="0"/>
              </a:rPr>
              <a:t>P(a, b)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FFD178-05B0-B2E8-4504-40448A16A3E7}"/>
              </a:ext>
            </a:extLst>
          </p:cNvPr>
          <p:cNvSpPr/>
          <p:nvPr/>
        </p:nvSpPr>
        <p:spPr>
          <a:xfrm>
            <a:off x="3202429" y="1139687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309B2C-7B78-8236-40D1-1ABC39536F69}"/>
              </a:ext>
            </a:extLst>
          </p:cNvPr>
          <p:cNvCxnSpPr>
            <a:cxnSpLocks/>
          </p:cNvCxnSpPr>
          <p:nvPr/>
        </p:nvCxnSpPr>
        <p:spPr>
          <a:xfrm flipV="1">
            <a:off x="3252124" y="1000538"/>
            <a:ext cx="289892" cy="6029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F4FE4AF-3219-1B1A-695D-C73DB98325C5}"/>
              </a:ext>
            </a:extLst>
          </p:cNvPr>
          <p:cNvSpPr/>
          <p:nvPr/>
        </p:nvSpPr>
        <p:spPr>
          <a:xfrm>
            <a:off x="4070446" y="1139687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930F42-E12A-C937-DD7B-B43FC76833A2}"/>
              </a:ext>
            </a:extLst>
          </p:cNvPr>
          <p:cNvCxnSpPr>
            <a:cxnSpLocks/>
          </p:cNvCxnSpPr>
          <p:nvPr/>
        </p:nvCxnSpPr>
        <p:spPr>
          <a:xfrm flipH="1" flipV="1">
            <a:off x="4134224" y="1000538"/>
            <a:ext cx="203505" cy="6029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E2090FB-E546-F47B-E3E5-B40FFE9953B3}"/>
              </a:ext>
            </a:extLst>
          </p:cNvPr>
          <p:cNvSpPr/>
          <p:nvPr/>
        </p:nvSpPr>
        <p:spPr>
          <a:xfrm>
            <a:off x="3202429" y="2027582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2B51AF-7F3A-B8AB-F3B1-28213C9B206B}"/>
              </a:ext>
            </a:extLst>
          </p:cNvPr>
          <p:cNvCxnSpPr>
            <a:cxnSpLocks/>
          </p:cNvCxnSpPr>
          <p:nvPr/>
        </p:nvCxnSpPr>
        <p:spPr>
          <a:xfrm>
            <a:off x="3373050" y="1930080"/>
            <a:ext cx="0" cy="6058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BA90CF0-9CA6-0150-B00B-4C7BF023A9C7}"/>
              </a:ext>
            </a:extLst>
          </p:cNvPr>
          <p:cNvSpPr/>
          <p:nvPr/>
        </p:nvSpPr>
        <p:spPr>
          <a:xfrm>
            <a:off x="4045598" y="2027581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7B9025-04B8-C4A6-159B-93EE87BC15DC}"/>
              </a:ext>
            </a:extLst>
          </p:cNvPr>
          <p:cNvCxnSpPr>
            <a:cxnSpLocks/>
          </p:cNvCxnSpPr>
          <p:nvPr/>
        </p:nvCxnSpPr>
        <p:spPr>
          <a:xfrm flipH="1">
            <a:off x="3949615" y="2067338"/>
            <a:ext cx="531649" cy="3246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8E3BC5B-261F-83D5-A324-261ECF65A781}"/>
              </a:ext>
            </a:extLst>
          </p:cNvPr>
          <p:cNvCxnSpPr>
            <a:cxnSpLocks/>
          </p:cNvCxnSpPr>
          <p:nvPr/>
        </p:nvCxnSpPr>
        <p:spPr>
          <a:xfrm>
            <a:off x="3590055" y="1345096"/>
            <a:ext cx="4174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2D12981-6BC2-5695-52DE-5DF8ABD4FDF7}"/>
              </a:ext>
            </a:extLst>
          </p:cNvPr>
          <p:cNvCxnSpPr>
            <a:cxnSpLocks/>
          </p:cNvCxnSpPr>
          <p:nvPr/>
        </p:nvCxnSpPr>
        <p:spPr>
          <a:xfrm>
            <a:off x="3361456" y="1517374"/>
            <a:ext cx="0" cy="5102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DC8D3D-7B14-1DC9-A348-3C20D90377FF}"/>
              </a:ext>
            </a:extLst>
          </p:cNvPr>
          <p:cNvCxnSpPr>
            <a:cxnSpLocks/>
          </p:cNvCxnSpPr>
          <p:nvPr/>
        </p:nvCxnSpPr>
        <p:spPr>
          <a:xfrm flipV="1">
            <a:off x="3596681" y="1490868"/>
            <a:ext cx="510208" cy="5963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F02506-5D50-F513-9169-D134B6400E2B}"/>
              </a:ext>
            </a:extLst>
          </p:cNvPr>
          <p:cNvCxnSpPr>
            <a:cxnSpLocks/>
          </p:cNvCxnSpPr>
          <p:nvPr/>
        </p:nvCxnSpPr>
        <p:spPr>
          <a:xfrm>
            <a:off x="3596681" y="2232991"/>
            <a:ext cx="4174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D56827-4634-E88D-4E35-B85E5F009DA6}"/>
              </a:ext>
            </a:extLst>
          </p:cNvPr>
          <p:cNvCxnSpPr>
            <a:cxnSpLocks/>
          </p:cNvCxnSpPr>
          <p:nvPr/>
        </p:nvCxnSpPr>
        <p:spPr>
          <a:xfrm>
            <a:off x="4242725" y="1517374"/>
            <a:ext cx="0" cy="5102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4AAF0B4-3FBA-8B3F-F0AF-1B65F5042EEE}"/>
              </a:ext>
            </a:extLst>
          </p:cNvPr>
          <p:cNvCxnSpPr>
            <a:cxnSpLocks/>
          </p:cNvCxnSpPr>
          <p:nvPr/>
        </p:nvCxnSpPr>
        <p:spPr>
          <a:xfrm flipH="1" flipV="1">
            <a:off x="3501186" y="1484242"/>
            <a:ext cx="587481" cy="5830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F1E3581-0069-39DA-3912-5C6FDC00C983}"/>
              </a:ext>
            </a:extLst>
          </p:cNvPr>
          <p:cNvSpPr txBox="1"/>
          <p:nvPr/>
        </p:nvSpPr>
        <p:spPr>
          <a:xfrm>
            <a:off x="3361456" y="3721935"/>
            <a:ext cx="960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01001</a:t>
            </a:r>
          </a:p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01101</a:t>
            </a:r>
          </a:p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11010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79FB943-616D-1A1D-39DF-782569E090E6}"/>
              </a:ext>
            </a:extLst>
          </p:cNvPr>
          <p:cNvCxnSpPr>
            <a:cxnSpLocks/>
          </p:cNvCxnSpPr>
          <p:nvPr/>
        </p:nvCxnSpPr>
        <p:spPr>
          <a:xfrm>
            <a:off x="3314924" y="3722251"/>
            <a:ext cx="0" cy="12000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022BF4-341D-ED33-D282-D31DE411F502}"/>
              </a:ext>
            </a:extLst>
          </p:cNvPr>
          <p:cNvCxnSpPr>
            <a:cxnSpLocks/>
          </p:cNvCxnSpPr>
          <p:nvPr/>
        </p:nvCxnSpPr>
        <p:spPr>
          <a:xfrm>
            <a:off x="2299252" y="1786194"/>
            <a:ext cx="841512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0101ACA-B84C-A071-ABF1-5E8EF7D62204}"/>
              </a:ext>
            </a:extLst>
          </p:cNvPr>
          <p:cNvCxnSpPr>
            <a:cxnSpLocks/>
          </p:cNvCxnSpPr>
          <p:nvPr/>
        </p:nvCxnSpPr>
        <p:spPr>
          <a:xfrm flipV="1">
            <a:off x="4434881" y="1764426"/>
            <a:ext cx="1279182" cy="5666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D8E2E2B-4E45-4DCB-F571-DA0712F55C3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3841770" y="2604051"/>
            <a:ext cx="1989187" cy="1117884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899E0B1-775C-1189-2935-14DC5662E714}"/>
              </a:ext>
            </a:extLst>
          </p:cNvPr>
          <p:cNvCxnSpPr>
            <a:cxnSpLocks/>
          </p:cNvCxnSpPr>
          <p:nvPr/>
        </p:nvCxnSpPr>
        <p:spPr>
          <a:xfrm flipV="1">
            <a:off x="4337729" y="4323998"/>
            <a:ext cx="1279182" cy="5666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30A446E-67B4-90EF-21BA-31880F206418}"/>
              </a:ext>
            </a:extLst>
          </p:cNvPr>
          <p:cNvSpPr txBox="1"/>
          <p:nvPr/>
        </p:nvSpPr>
        <p:spPr>
          <a:xfrm>
            <a:off x="2256182" y="1345096"/>
            <a:ext cx="834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DB5CA4-43D7-4997-5CE9-03C70EA72D25}"/>
              </a:ext>
            </a:extLst>
          </p:cNvPr>
          <p:cNvSpPr txBox="1"/>
          <p:nvPr/>
        </p:nvSpPr>
        <p:spPr>
          <a:xfrm>
            <a:off x="4615864" y="1345096"/>
            <a:ext cx="878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8920E7-EF34-2BC0-D395-B0BBD81FCA8A}"/>
              </a:ext>
            </a:extLst>
          </p:cNvPr>
          <p:cNvSpPr txBox="1"/>
          <p:nvPr/>
        </p:nvSpPr>
        <p:spPr>
          <a:xfrm>
            <a:off x="4120999" y="2794020"/>
            <a:ext cx="834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6FEC06-0813-9039-4557-996A1BAF4502}"/>
              </a:ext>
            </a:extLst>
          </p:cNvPr>
          <p:cNvSpPr txBox="1"/>
          <p:nvPr/>
        </p:nvSpPr>
        <p:spPr>
          <a:xfrm>
            <a:off x="4538442" y="3892939"/>
            <a:ext cx="901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1314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14DB0E7-424F-59BB-0929-302B0FE006D1}"/>
              </a:ext>
            </a:extLst>
          </p:cNvPr>
          <p:cNvSpPr/>
          <p:nvPr/>
        </p:nvSpPr>
        <p:spPr>
          <a:xfrm>
            <a:off x="1925782" y="1960418"/>
            <a:ext cx="401782" cy="4017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3276E7-7FF1-95A6-8E67-AD191AA46DD6}"/>
              </a:ext>
            </a:extLst>
          </p:cNvPr>
          <p:cNvSpPr/>
          <p:nvPr/>
        </p:nvSpPr>
        <p:spPr>
          <a:xfrm>
            <a:off x="1925782" y="2791691"/>
            <a:ext cx="401782" cy="4017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B7B60B-327B-8327-9847-F374A1FD45E3}"/>
              </a:ext>
            </a:extLst>
          </p:cNvPr>
          <p:cNvSpPr/>
          <p:nvPr/>
        </p:nvSpPr>
        <p:spPr>
          <a:xfrm>
            <a:off x="1925782" y="3622964"/>
            <a:ext cx="401782" cy="4017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14E5B5-B660-5D1E-14B1-AB51F216FAE2}"/>
              </a:ext>
            </a:extLst>
          </p:cNvPr>
          <p:cNvSpPr/>
          <p:nvPr/>
        </p:nvSpPr>
        <p:spPr>
          <a:xfrm>
            <a:off x="1925782" y="4405746"/>
            <a:ext cx="401782" cy="4017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74C7B9-E373-60E8-B0F2-C35B3CDF74E5}"/>
              </a:ext>
            </a:extLst>
          </p:cNvPr>
          <p:cNvSpPr/>
          <p:nvPr/>
        </p:nvSpPr>
        <p:spPr>
          <a:xfrm>
            <a:off x="3061855" y="2334491"/>
            <a:ext cx="401782" cy="4017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56C1B5-D2E3-8675-B24E-9C5E89B4E66E}"/>
              </a:ext>
            </a:extLst>
          </p:cNvPr>
          <p:cNvSpPr/>
          <p:nvPr/>
        </p:nvSpPr>
        <p:spPr>
          <a:xfrm>
            <a:off x="3061855" y="3193473"/>
            <a:ext cx="401782" cy="4017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7629BFB-6DD9-2DAE-888E-B4EC0DF30F52}"/>
              </a:ext>
            </a:extLst>
          </p:cNvPr>
          <p:cNvSpPr/>
          <p:nvPr/>
        </p:nvSpPr>
        <p:spPr>
          <a:xfrm>
            <a:off x="3061855" y="4052455"/>
            <a:ext cx="401782" cy="4017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286DEC-716B-A3B6-356C-BE954CFC6C39}"/>
              </a:ext>
            </a:extLst>
          </p:cNvPr>
          <p:cNvSpPr/>
          <p:nvPr/>
        </p:nvSpPr>
        <p:spPr>
          <a:xfrm>
            <a:off x="4239492" y="1641764"/>
            <a:ext cx="401782" cy="4017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1BA634-F15F-F197-B956-56E526A1C7A6}"/>
              </a:ext>
            </a:extLst>
          </p:cNvPr>
          <p:cNvSpPr/>
          <p:nvPr/>
        </p:nvSpPr>
        <p:spPr>
          <a:xfrm>
            <a:off x="4239492" y="2535382"/>
            <a:ext cx="401782" cy="4017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E55009-D1AA-2C84-02A6-961D23701B11}"/>
              </a:ext>
            </a:extLst>
          </p:cNvPr>
          <p:cNvSpPr/>
          <p:nvPr/>
        </p:nvSpPr>
        <p:spPr>
          <a:xfrm>
            <a:off x="4239492" y="3394364"/>
            <a:ext cx="401782" cy="4017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7A467A-8148-D1BA-40BB-DEB8FFBB7DC2}"/>
              </a:ext>
            </a:extLst>
          </p:cNvPr>
          <p:cNvSpPr/>
          <p:nvPr/>
        </p:nvSpPr>
        <p:spPr>
          <a:xfrm>
            <a:off x="4239492" y="4204855"/>
            <a:ext cx="401782" cy="4017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B00C9B3-09E0-C71B-17D3-B13EB5F1444E}"/>
              </a:ext>
            </a:extLst>
          </p:cNvPr>
          <p:cNvSpPr/>
          <p:nvPr/>
        </p:nvSpPr>
        <p:spPr>
          <a:xfrm>
            <a:off x="4239492" y="4911436"/>
            <a:ext cx="401782" cy="4017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2B06FAA-AAEF-73AC-1531-FF1BA6781CAA}"/>
              </a:ext>
            </a:extLst>
          </p:cNvPr>
          <p:cNvCxnSpPr>
            <a:stCxn id="4" idx="6"/>
            <a:endCxn id="8" idx="2"/>
          </p:cNvCxnSpPr>
          <p:nvPr/>
        </p:nvCxnSpPr>
        <p:spPr>
          <a:xfrm>
            <a:off x="2327564" y="2161309"/>
            <a:ext cx="734291" cy="374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5A64B5-327D-632E-A70C-F8BA12227703}"/>
              </a:ext>
            </a:extLst>
          </p:cNvPr>
          <p:cNvCxnSpPr>
            <a:stCxn id="4" idx="6"/>
            <a:endCxn id="9" idx="2"/>
          </p:cNvCxnSpPr>
          <p:nvPr/>
        </p:nvCxnSpPr>
        <p:spPr>
          <a:xfrm>
            <a:off x="2327564" y="2161309"/>
            <a:ext cx="734291" cy="1233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3624D0-AD44-209D-9260-77424693848F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2327564" y="2161309"/>
            <a:ext cx="734291" cy="2092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E6ADFC-44DD-A6ED-F562-890B084471A7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2327564" y="2535382"/>
            <a:ext cx="734291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B6F3FA-E2C0-5723-A2F6-055862A61870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327564" y="2992582"/>
            <a:ext cx="734291" cy="401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FF8F14-D78F-671D-C417-482EF2FC8D0D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2327564" y="2992582"/>
            <a:ext cx="734291" cy="1260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C6DD3E2-5DD2-E6CE-BA8D-1BB80C0AFD19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327563" y="2535382"/>
            <a:ext cx="734292" cy="1302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9ACFCEA-C2F6-0DBC-0E00-369097DF37A1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27564" y="3394364"/>
            <a:ext cx="734291" cy="429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10D816-63B1-5851-6EA2-C34CAFE4ACD1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2327564" y="3823855"/>
            <a:ext cx="699654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40AB88B-C12D-5C1F-9995-360414CFA500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327564" y="2535382"/>
            <a:ext cx="734291" cy="2071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C426196-2FF2-E844-EE67-5A5514A5FE6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27564" y="3394364"/>
            <a:ext cx="734291" cy="1198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B27B310-B80D-373A-A2DA-E468259D833C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327564" y="4253346"/>
            <a:ext cx="734291" cy="325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0A3C950-1F24-4F19-F2B9-811E3E049EE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463637" y="1842655"/>
            <a:ext cx="775855" cy="727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E4AB-2E1E-7479-92FD-F494820DCEA7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3463637" y="2576945"/>
            <a:ext cx="775855" cy="159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3FA8555-668D-8886-354E-96B9FD52E2FB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3463637" y="2590800"/>
            <a:ext cx="775855" cy="1004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59118B4-97C9-0968-EF58-7863DC4D01CC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3463637" y="2597728"/>
            <a:ext cx="775855" cy="1808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F55FCED-E339-DAAF-9EB8-CD75DBC02463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3484419" y="2597728"/>
            <a:ext cx="755073" cy="25145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A566472-2450-AB2C-EC25-B4C901C79C80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449782" y="1842655"/>
            <a:ext cx="789710" cy="1586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5A8213E-5C14-1949-D0E7-7CF038D985A8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470564" y="2736273"/>
            <a:ext cx="768928" cy="665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50D1DED-9CCB-E38D-7749-42F505EA6B7E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3463637" y="3394364"/>
            <a:ext cx="775855" cy="200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78BEB17-063A-F7E1-A2AE-1BA572643B74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3463637" y="3435928"/>
            <a:ext cx="775855" cy="969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2D3EFD9-DDFA-8E07-4B18-DE394A471F83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>
            <a:off x="3463637" y="3394364"/>
            <a:ext cx="775855" cy="1717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D3AE842-EC3F-8708-25AE-6E69245DE0A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470564" y="1842655"/>
            <a:ext cx="768928" cy="2431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F99BB3E-A951-2FA3-45A4-10B96EDF7947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484419" y="2736273"/>
            <a:ext cx="755073" cy="1558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995B1C3-503F-C789-FE1E-790047C4C920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63637" y="3595255"/>
            <a:ext cx="775855" cy="678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1A675CF-0694-999C-CE7E-A4011C251F2B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3449782" y="4246416"/>
            <a:ext cx="789710" cy="159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DAC23F0-5466-A882-2817-53BDA8A70AB8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3449782" y="4246419"/>
            <a:ext cx="789710" cy="8659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77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C677CF4-D76E-3C96-B9CA-47A93BC64B08}"/>
              </a:ext>
            </a:extLst>
          </p:cNvPr>
          <p:cNvSpPr/>
          <p:nvPr/>
        </p:nvSpPr>
        <p:spPr>
          <a:xfrm>
            <a:off x="2946120" y="3169378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178902-30A4-73D7-8D00-464C0486FEB5}"/>
              </a:ext>
            </a:extLst>
          </p:cNvPr>
          <p:cNvCxnSpPr>
            <a:cxnSpLocks/>
          </p:cNvCxnSpPr>
          <p:nvPr/>
        </p:nvCxnSpPr>
        <p:spPr>
          <a:xfrm flipV="1">
            <a:off x="2995815" y="3030229"/>
            <a:ext cx="289892" cy="6029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C6E6C7D-D499-9581-9193-E1EFBCBE1BFA}"/>
              </a:ext>
            </a:extLst>
          </p:cNvPr>
          <p:cNvSpPr/>
          <p:nvPr/>
        </p:nvSpPr>
        <p:spPr>
          <a:xfrm>
            <a:off x="3814137" y="3169378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EC3CA6-BF11-9D9F-70A2-660984980597}"/>
              </a:ext>
            </a:extLst>
          </p:cNvPr>
          <p:cNvCxnSpPr>
            <a:cxnSpLocks/>
          </p:cNvCxnSpPr>
          <p:nvPr/>
        </p:nvCxnSpPr>
        <p:spPr>
          <a:xfrm flipH="1" flipV="1">
            <a:off x="3877915" y="3030229"/>
            <a:ext cx="203505" cy="6029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62B1C23-CD4E-1A5E-05FF-FB4AE433CB4A}"/>
              </a:ext>
            </a:extLst>
          </p:cNvPr>
          <p:cNvSpPr/>
          <p:nvPr/>
        </p:nvSpPr>
        <p:spPr>
          <a:xfrm>
            <a:off x="2946120" y="4057273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156265-968F-634A-11DD-269353851CFB}"/>
              </a:ext>
            </a:extLst>
          </p:cNvPr>
          <p:cNvCxnSpPr>
            <a:cxnSpLocks/>
          </p:cNvCxnSpPr>
          <p:nvPr/>
        </p:nvCxnSpPr>
        <p:spPr>
          <a:xfrm>
            <a:off x="3116741" y="3959771"/>
            <a:ext cx="0" cy="6058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B32300B-779D-4139-A751-8DB1CDE347F9}"/>
              </a:ext>
            </a:extLst>
          </p:cNvPr>
          <p:cNvSpPr/>
          <p:nvPr/>
        </p:nvSpPr>
        <p:spPr>
          <a:xfrm>
            <a:off x="3789289" y="4057272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B15CE6-417E-BA99-56CA-5F1FC2574B93}"/>
              </a:ext>
            </a:extLst>
          </p:cNvPr>
          <p:cNvCxnSpPr>
            <a:cxnSpLocks/>
          </p:cNvCxnSpPr>
          <p:nvPr/>
        </p:nvCxnSpPr>
        <p:spPr>
          <a:xfrm flipH="1">
            <a:off x="3693306" y="4097029"/>
            <a:ext cx="531649" cy="3246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EB5933-4DFF-B537-39E3-CC128C9E9A0D}"/>
              </a:ext>
            </a:extLst>
          </p:cNvPr>
          <p:cNvCxnSpPr>
            <a:cxnSpLocks/>
          </p:cNvCxnSpPr>
          <p:nvPr/>
        </p:nvCxnSpPr>
        <p:spPr>
          <a:xfrm>
            <a:off x="3333746" y="3374787"/>
            <a:ext cx="4174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45A7F5-366F-7ECC-57C7-DA087328C96E}"/>
              </a:ext>
            </a:extLst>
          </p:cNvPr>
          <p:cNvCxnSpPr>
            <a:cxnSpLocks/>
          </p:cNvCxnSpPr>
          <p:nvPr/>
        </p:nvCxnSpPr>
        <p:spPr>
          <a:xfrm>
            <a:off x="3105147" y="3547065"/>
            <a:ext cx="0" cy="5102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D4C577-43AE-C976-DD0A-2035C82E471C}"/>
              </a:ext>
            </a:extLst>
          </p:cNvPr>
          <p:cNvCxnSpPr>
            <a:cxnSpLocks/>
          </p:cNvCxnSpPr>
          <p:nvPr/>
        </p:nvCxnSpPr>
        <p:spPr>
          <a:xfrm flipV="1">
            <a:off x="3340372" y="3520559"/>
            <a:ext cx="510208" cy="5963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6D21BC-CAE2-5370-FF72-B2F9FDED65B1}"/>
              </a:ext>
            </a:extLst>
          </p:cNvPr>
          <p:cNvCxnSpPr>
            <a:cxnSpLocks/>
          </p:cNvCxnSpPr>
          <p:nvPr/>
        </p:nvCxnSpPr>
        <p:spPr>
          <a:xfrm>
            <a:off x="3340372" y="4262682"/>
            <a:ext cx="4174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41CEA9-FF7D-4AD7-52D6-BA2FD3D2844B}"/>
              </a:ext>
            </a:extLst>
          </p:cNvPr>
          <p:cNvCxnSpPr>
            <a:cxnSpLocks/>
          </p:cNvCxnSpPr>
          <p:nvPr/>
        </p:nvCxnSpPr>
        <p:spPr>
          <a:xfrm>
            <a:off x="3986416" y="3547065"/>
            <a:ext cx="0" cy="5102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40CDDF-80C3-CA75-ED1C-3F24CF0AE4B4}"/>
              </a:ext>
            </a:extLst>
          </p:cNvPr>
          <p:cNvCxnSpPr>
            <a:cxnSpLocks/>
          </p:cNvCxnSpPr>
          <p:nvPr/>
        </p:nvCxnSpPr>
        <p:spPr>
          <a:xfrm flipH="1" flipV="1">
            <a:off x="3244877" y="3513933"/>
            <a:ext cx="587481" cy="5830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67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B8F479-493D-9665-E547-D0972376357A}"/>
                  </a:ext>
                </a:extLst>
              </p:cNvPr>
              <p:cNvSpPr txBox="1"/>
              <p:nvPr/>
            </p:nvSpPr>
            <p:spPr>
              <a:xfrm>
                <a:off x="2317323" y="1918253"/>
                <a:ext cx="1093305" cy="47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acc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B8F479-493D-9665-E547-D09723763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323" y="1918253"/>
                <a:ext cx="1093305" cy="471539"/>
              </a:xfrm>
              <a:prstGeom prst="rect">
                <a:avLst/>
              </a:prstGeom>
              <a:blipFill>
                <a:blip r:embed="rId2"/>
                <a:stretch>
                  <a:fillRect l="-1117" t="-3896" r="-43575" b="-1948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37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D1E617-11AB-7957-58D4-BCE88E08DBF3}"/>
              </a:ext>
            </a:extLst>
          </p:cNvPr>
          <p:cNvSpPr/>
          <p:nvPr/>
        </p:nvSpPr>
        <p:spPr>
          <a:xfrm>
            <a:off x="181117" y="349149"/>
            <a:ext cx="2724150" cy="2667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BEDB9-190C-9A96-D88D-94D37ED9D076}"/>
              </a:ext>
            </a:extLst>
          </p:cNvPr>
          <p:cNvSpPr txBox="1"/>
          <p:nvPr/>
        </p:nvSpPr>
        <p:spPr>
          <a:xfrm>
            <a:off x="406327" y="349148"/>
            <a:ext cx="2089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</a:t>
            </a:r>
            <a:r>
              <a:rPr lang="en-HK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Quantum System</a:t>
            </a:r>
            <a:endParaRPr lang="en-HK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ue light swirls around a circle&#10;&#10;AI-generated content may be incorrect.">
            <a:extLst>
              <a:ext uri="{FF2B5EF4-FFF2-40B4-BE49-F238E27FC236}">
                <a16:creationId xmlns:a16="http://schemas.microsoft.com/office/drawing/2014/main" id="{978871A5-E79C-337F-CA94-001FE9100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94" y="811073"/>
            <a:ext cx="1498596" cy="15082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D66DAB-3AD3-43D3-E575-4571D59A041F}"/>
                  </a:ext>
                </a:extLst>
              </p:cNvPr>
              <p:cNvSpPr txBox="1"/>
              <p:nvPr/>
            </p:nvSpPr>
            <p:spPr>
              <a:xfrm>
                <a:off x="793894" y="2381089"/>
                <a:ext cx="1093305" cy="47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acc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HK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D66DAB-3AD3-43D3-E575-4571D59A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94" y="2381089"/>
                <a:ext cx="1093305" cy="471539"/>
              </a:xfrm>
              <a:prstGeom prst="rect">
                <a:avLst/>
              </a:prstGeom>
              <a:blipFill>
                <a:blip r:embed="rId4"/>
                <a:stretch>
                  <a:fillRect l="-1111" t="-3896" r="-42778" b="-1948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F0FED7-4910-D5EA-6F69-063C16E7E49E}"/>
              </a:ext>
            </a:extLst>
          </p:cNvPr>
          <p:cNvSpPr/>
          <p:nvPr/>
        </p:nvSpPr>
        <p:spPr>
          <a:xfrm>
            <a:off x="181117" y="3758631"/>
            <a:ext cx="2724150" cy="2667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BA4002-B7E9-A01D-59A1-DA4B5EB504D2}"/>
              </a:ext>
            </a:extLst>
          </p:cNvPr>
          <p:cNvSpPr/>
          <p:nvPr/>
        </p:nvSpPr>
        <p:spPr>
          <a:xfrm>
            <a:off x="923787" y="4483259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5407B2-3139-20E7-45A5-DA453E79F787}"/>
              </a:ext>
            </a:extLst>
          </p:cNvPr>
          <p:cNvCxnSpPr>
            <a:cxnSpLocks/>
          </p:cNvCxnSpPr>
          <p:nvPr/>
        </p:nvCxnSpPr>
        <p:spPr>
          <a:xfrm flipV="1">
            <a:off x="973482" y="4344110"/>
            <a:ext cx="289892" cy="6029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46B652B-25B4-611F-A28A-5557B0BFBE9A}"/>
              </a:ext>
            </a:extLst>
          </p:cNvPr>
          <p:cNvSpPr/>
          <p:nvPr/>
        </p:nvSpPr>
        <p:spPr>
          <a:xfrm>
            <a:off x="1791804" y="4483259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A4BE67-8884-E50A-BF34-0325283E07A6}"/>
              </a:ext>
            </a:extLst>
          </p:cNvPr>
          <p:cNvCxnSpPr>
            <a:cxnSpLocks/>
          </p:cNvCxnSpPr>
          <p:nvPr/>
        </p:nvCxnSpPr>
        <p:spPr>
          <a:xfrm flipH="1" flipV="1">
            <a:off x="1855582" y="4344110"/>
            <a:ext cx="203505" cy="6029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9CEF49E-983D-5592-1DF4-90054DF845C1}"/>
              </a:ext>
            </a:extLst>
          </p:cNvPr>
          <p:cNvSpPr/>
          <p:nvPr/>
        </p:nvSpPr>
        <p:spPr>
          <a:xfrm>
            <a:off x="923787" y="5371154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E23F9C-E51E-AE31-B6FD-3CCB9F352DE3}"/>
              </a:ext>
            </a:extLst>
          </p:cNvPr>
          <p:cNvCxnSpPr>
            <a:cxnSpLocks/>
          </p:cNvCxnSpPr>
          <p:nvPr/>
        </p:nvCxnSpPr>
        <p:spPr>
          <a:xfrm>
            <a:off x="1094408" y="5273652"/>
            <a:ext cx="0" cy="6058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AE46C65-7F2D-C860-D978-450C3E542848}"/>
              </a:ext>
            </a:extLst>
          </p:cNvPr>
          <p:cNvSpPr/>
          <p:nvPr/>
        </p:nvSpPr>
        <p:spPr>
          <a:xfrm>
            <a:off x="1766956" y="5371153"/>
            <a:ext cx="364435" cy="377687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60000">
                <a:schemeClr val="accent6">
                  <a:lumMod val="60000"/>
                  <a:lumOff val="40000"/>
                </a:schemeClr>
              </a:gs>
              <a:gs pos="60000">
                <a:schemeClr val="accent1">
                  <a:lumMod val="97000"/>
                  <a:lumOff val="3000"/>
                </a:schemeClr>
              </a:gs>
              <a:gs pos="6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151685-1CE7-171F-3822-6AB242E70B3B}"/>
              </a:ext>
            </a:extLst>
          </p:cNvPr>
          <p:cNvCxnSpPr>
            <a:cxnSpLocks/>
          </p:cNvCxnSpPr>
          <p:nvPr/>
        </p:nvCxnSpPr>
        <p:spPr>
          <a:xfrm flipH="1">
            <a:off x="1670973" y="5410910"/>
            <a:ext cx="531649" cy="3246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90EE6A-FA23-E11B-9241-CFFE3EF5CEF0}"/>
              </a:ext>
            </a:extLst>
          </p:cNvPr>
          <p:cNvCxnSpPr>
            <a:cxnSpLocks/>
          </p:cNvCxnSpPr>
          <p:nvPr/>
        </p:nvCxnSpPr>
        <p:spPr>
          <a:xfrm>
            <a:off x="1311413" y="4688668"/>
            <a:ext cx="4174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33A31D-BE8B-28A5-9A29-0810C358A656}"/>
              </a:ext>
            </a:extLst>
          </p:cNvPr>
          <p:cNvCxnSpPr>
            <a:cxnSpLocks/>
          </p:cNvCxnSpPr>
          <p:nvPr/>
        </p:nvCxnSpPr>
        <p:spPr>
          <a:xfrm>
            <a:off x="1082814" y="4860946"/>
            <a:ext cx="0" cy="5102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6B5A55-4BA4-D81A-D555-B4F1DCAB58F3}"/>
              </a:ext>
            </a:extLst>
          </p:cNvPr>
          <p:cNvCxnSpPr>
            <a:cxnSpLocks/>
          </p:cNvCxnSpPr>
          <p:nvPr/>
        </p:nvCxnSpPr>
        <p:spPr>
          <a:xfrm flipV="1">
            <a:off x="1318039" y="4834440"/>
            <a:ext cx="510208" cy="5963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4D6536-FF12-1839-4DBF-D2FCF57341D0}"/>
              </a:ext>
            </a:extLst>
          </p:cNvPr>
          <p:cNvCxnSpPr>
            <a:cxnSpLocks/>
          </p:cNvCxnSpPr>
          <p:nvPr/>
        </p:nvCxnSpPr>
        <p:spPr>
          <a:xfrm>
            <a:off x="1318039" y="5576563"/>
            <a:ext cx="4174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98C1A3-0962-36F3-BFD1-2C9DCA7F5C60}"/>
              </a:ext>
            </a:extLst>
          </p:cNvPr>
          <p:cNvCxnSpPr>
            <a:cxnSpLocks/>
          </p:cNvCxnSpPr>
          <p:nvPr/>
        </p:nvCxnSpPr>
        <p:spPr>
          <a:xfrm>
            <a:off x="1964083" y="4860946"/>
            <a:ext cx="0" cy="5102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38D1F2-9254-30D1-FF75-F33EA0345CAF}"/>
              </a:ext>
            </a:extLst>
          </p:cNvPr>
          <p:cNvCxnSpPr>
            <a:cxnSpLocks/>
          </p:cNvCxnSpPr>
          <p:nvPr/>
        </p:nvCxnSpPr>
        <p:spPr>
          <a:xfrm flipH="1" flipV="1">
            <a:off x="1222544" y="4827814"/>
            <a:ext cx="587481" cy="5830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E8CCA0-F183-AE89-F055-30F02E30C7EC}"/>
              </a:ext>
            </a:extLst>
          </p:cNvPr>
          <p:cNvSpPr txBox="1"/>
          <p:nvPr/>
        </p:nvSpPr>
        <p:spPr>
          <a:xfrm>
            <a:off x="312878" y="3828167"/>
            <a:ext cx="2460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</a:t>
            </a:r>
            <a:r>
              <a:rPr lang="en-HK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Quantum Simulation</a:t>
            </a:r>
            <a:endParaRPr lang="en-HK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F8F671-8522-F567-DA38-EEA101F124ED}"/>
              </a:ext>
            </a:extLst>
          </p:cNvPr>
          <p:cNvSpPr txBox="1"/>
          <p:nvPr/>
        </p:nvSpPr>
        <p:spPr>
          <a:xfrm>
            <a:off x="915632" y="5951270"/>
            <a:ext cx="1255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Qubit system</a:t>
            </a:r>
            <a:endParaRPr lang="en-H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A7B6B25-D32E-27AE-8DFA-AE0E05E52223}"/>
              </a:ext>
            </a:extLst>
          </p:cNvPr>
          <p:cNvSpPr/>
          <p:nvPr/>
        </p:nvSpPr>
        <p:spPr>
          <a:xfrm>
            <a:off x="3576096" y="349148"/>
            <a:ext cx="2724150" cy="2667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AF6EDE-F71C-477E-B8F4-07AA60D7F432}"/>
              </a:ext>
            </a:extLst>
          </p:cNvPr>
          <p:cNvSpPr txBox="1"/>
          <p:nvPr/>
        </p:nvSpPr>
        <p:spPr>
          <a:xfrm>
            <a:off x="3885657" y="349147"/>
            <a:ext cx="1963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</a:t>
            </a:r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Discrete Results</a:t>
            </a:r>
            <a:endParaRPr lang="en-HK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A white box with colorful dots&#10;&#10;AI-generated content may be incorrect.">
            <a:extLst>
              <a:ext uri="{FF2B5EF4-FFF2-40B4-BE49-F238E27FC236}">
                <a16:creationId xmlns:a16="http://schemas.microsoft.com/office/drawing/2014/main" id="{D43F7544-AE8D-5835-12C0-029F1838D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683" y="798112"/>
            <a:ext cx="2058975" cy="19195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47F6D5E-3989-BFBB-4541-C09B48477D35}"/>
                  </a:ext>
                </a:extLst>
              </p:cNvPr>
              <p:cNvSpPr txBox="1"/>
              <p:nvPr/>
            </p:nvSpPr>
            <p:spPr>
              <a:xfrm>
                <a:off x="4391517" y="2616857"/>
                <a:ext cx="1093305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47F6D5E-3989-BFBB-4541-C09B48477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17" y="2616857"/>
                <a:ext cx="1093305" cy="376770"/>
              </a:xfrm>
              <a:prstGeom prst="rect">
                <a:avLst/>
              </a:prstGeom>
              <a:blipFill>
                <a:blip r:embed="rId6"/>
                <a:stretch>
                  <a:fillRect r="-6667" b="-1612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10BC584-C921-D119-E65A-983E9DAB7330}"/>
              </a:ext>
            </a:extLst>
          </p:cNvPr>
          <p:cNvSpPr/>
          <p:nvPr/>
        </p:nvSpPr>
        <p:spPr>
          <a:xfrm>
            <a:off x="3576096" y="3756128"/>
            <a:ext cx="2724150" cy="26670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46E92D-5A6C-F71F-A9B8-8929DD062E69}"/>
              </a:ext>
            </a:extLst>
          </p:cNvPr>
          <p:cNvSpPr txBox="1"/>
          <p:nvPr/>
        </p:nvSpPr>
        <p:spPr>
          <a:xfrm>
            <a:off x="3885657" y="3756128"/>
            <a:ext cx="1963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</a:t>
            </a:r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Neural Network</a:t>
            </a:r>
            <a:endParaRPr lang="en-HK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Picture 78" descr="A black and white diagram&#10;&#10;AI-generated content may be incorrect.">
            <a:extLst>
              <a:ext uri="{FF2B5EF4-FFF2-40B4-BE49-F238E27FC236}">
                <a16:creationId xmlns:a16="http://schemas.microsoft.com/office/drawing/2014/main" id="{24769D37-5B8D-BB8F-AC83-84F22EA28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093" y="4172036"/>
            <a:ext cx="1558152" cy="2084508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EDFBBF7-EAAF-BB2C-A3FF-C4FF171CDB84}"/>
              </a:ext>
            </a:extLst>
          </p:cNvPr>
          <p:cNvSpPr/>
          <p:nvPr/>
        </p:nvSpPr>
        <p:spPr>
          <a:xfrm>
            <a:off x="7239576" y="19091"/>
            <a:ext cx="4797567" cy="681981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E435933-26F0-E0FC-795D-6CB32260BA99}"/>
              </a:ext>
            </a:extLst>
          </p:cNvPr>
          <p:cNvSpPr txBox="1"/>
          <p:nvPr/>
        </p:nvSpPr>
        <p:spPr>
          <a:xfrm>
            <a:off x="7239576" y="2959405"/>
            <a:ext cx="983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</a:t>
            </a:r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Implicit Repr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</a:t>
            </a:r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-sentation</a:t>
            </a:r>
            <a:endParaRPr lang="en-HK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E136F00-0B44-E27A-20B9-9FDB41817CCD}"/>
              </a:ext>
            </a:extLst>
          </p:cNvPr>
          <p:cNvSpPr/>
          <p:nvPr/>
        </p:nvSpPr>
        <p:spPr>
          <a:xfrm>
            <a:off x="8887475" y="123004"/>
            <a:ext cx="2898198" cy="20532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B6896E4-1478-0236-1F5C-703E8C18C6B4}"/>
              </a:ext>
            </a:extLst>
          </p:cNvPr>
          <p:cNvSpPr/>
          <p:nvPr/>
        </p:nvSpPr>
        <p:spPr>
          <a:xfrm>
            <a:off x="8887475" y="2291080"/>
            <a:ext cx="2898198" cy="21825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9224CF-D87B-45B5-6747-C1A6B6B68207}"/>
              </a:ext>
            </a:extLst>
          </p:cNvPr>
          <p:cNvSpPr txBox="1"/>
          <p:nvPr/>
        </p:nvSpPr>
        <p:spPr>
          <a:xfrm>
            <a:off x="9108961" y="61136"/>
            <a:ext cx="2149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HK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Result</a:t>
            </a:r>
          </a:p>
        </p:txBody>
      </p:sp>
      <p:pic>
        <p:nvPicPr>
          <p:cNvPr id="89" name="Picture 88" descr="A colorful wavy shape on a white box&#10;&#10;AI-generated content may be incorrect.">
            <a:extLst>
              <a:ext uri="{FF2B5EF4-FFF2-40B4-BE49-F238E27FC236}">
                <a16:creationId xmlns:a16="http://schemas.microsoft.com/office/drawing/2014/main" id="{5E19F0FC-DBD3-5401-067A-E11158E29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051" y="469705"/>
            <a:ext cx="1666706" cy="15726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3A883CD-FF48-075B-EE09-C85408A9C4A5}"/>
                  </a:ext>
                </a:extLst>
              </p:cNvPr>
              <p:cNvSpPr txBox="1"/>
              <p:nvPr/>
            </p:nvSpPr>
            <p:spPr>
              <a:xfrm>
                <a:off x="10634555" y="885008"/>
                <a:ext cx="1093305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3A883CD-FF48-075B-EE09-C85408A9C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555" y="885008"/>
                <a:ext cx="1093305" cy="376770"/>
              </a:xfrm>
              <a:prstGeom prst="rect">
                <a:avLst/>
              </a:prstGeom>
              <a:blipFill>
                <a:blip r:embed="rId9"/>
                <a:stretch>
                  <a:fillRect r="-7263" b="-1612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9FDFE8C7-93DF-E828-A030-C5B8A6F17C1B}"/>
              </a:ext>
            </a:extLst>
          </p:cNvPr>
          <p:cNvSpPr txBox="1"/>
          <p:nvPr/>
        </p:nvSpPr>
        <p:spPr>
          <a:xfrm>
            <a:off x="9167289" y="2248874"/>
            <a:ext cx="270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HK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Unseen Parameter Result</a:t>
            </a:r>
          </a:p>
        </p:txBody>
      </p:sp>
      <p:pic>
        <p:nvPicPr>
          <p:cNvPr id="93" name="Picture 92" descr="A white box with red and blue dots&#10;&#10;AI-generated content may be incorrect.">
            <a:extLst>
              <a:ext uri="{FF2B5EF4-FFF2-40B4-BE49-F238E27FC236}">
                <a16:creationId xmlns:a16="http://schemas.microsoft.com/office/drawing/2014/main" id="{CC906495-3728-EDEE-B95B-6388D62EB6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100" y="2752631"/>
            <a:ext cx="1713708" cy="16138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F3C8040-58DF-51A4-4FE9-E67EB527726D}"/>
                  </a:ext>
                </a:extLst>
              </p:cNvPr>
              <p:cNvSpPr txBox="1"/>
              <p:nvPr/>
            </p:nvSpPr>
            <p:spPr>
              <a:xfrm>
                <a:off x="10554432" y="3157879"/>
                <a:ext cx="1093305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F3C8040-58DF-51A4-4FE9-E67EB5277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432" y="3157879"/>
                <a:ext cx="1093305" cy="376770"/>
              </a:xfrm>
              <a:prstGeom prst="rect">
                <a:avLst/>
              </a:prstGeom>
              <a:blipFill>
                <a:blip r:embed="rId11"/>
                <a:stretch>
                  <a:fillRect r="-16667" b="-1612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D8561B4-55E8-197D-7C57-055FF047AAD1}"/>
              </a:ext>
            </a:extLst>
          </p:cNvPr>
          <p:cNvSpPr/>
          <p:nvPr/>
        </p:nvSpPr>
        <p:spPr>
          <a:xfrm>
            <a:off x="8887475" y="4588462"/>
            <a:ext cx="2898198" cy="20437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623CBA4-3BBB-DD75-1AE7-57A822DCE888}"/>
              </a:ext>
            </a:extLst>
          </p:cNvPr>
          <p:cNvSpPr txBox="1"/>
          <p:nvPr/>
        </p:nvSpPr>
        <p:spPr>
          <a:xfrm>
            <a:off x="9167289" y="4515866"/>
            <a:ext cx="270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HK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System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E9FD196-143F-3E43-B93F-6CAA21033B59}"/>
                  </a:ext>
                </a:extLst>
              </p:cNvPr>
              <p:cNvSpPr txBox="1"/>
              <p:nvPr/>
            </p:nvSpPr>
            <p:spPr>
              <a:xfrm>
                <a:off x="10597325" y="5360604"/>
                <a:ext cx="1093305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′,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E9FD196-143F-3E43-B93F-6CAA21033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325" y="5360604"/>
                <a:ext cx="1093305" cy="376770"/>
              </a:xfrm>
              <a:prstGeom prst="rect">
                <a:avLst/>
              </a:prstGeom>
              <a:blipFill>
                <a:blip r:embed="rId12"/>
                <a:stretch>
                  <a:fillRect r="-11667" b="-1612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" name="Picture 100" descr="A white box with colorful dots&#10;&#10;AI-generated content may be incorrect.">
            <a:extLst>
              <a:ext uri="{FF2B5EF4-FFF2-40B4-BE49-F238E27FC236}">
                <a16:creationId xmlns:a16="http://schemas.microsoft.com/office/drawing/2014/main" id="{36FFD1AD-52F8-D5B6-F247-71340A9E2B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675" y="4970974"/>
            <a:ext cx="1666706" cy="1572670"/>
          </a:xfrm>
          <a:prstGeom prst="rect">
            <a:avLst/>
          </a:prstGeom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186F38F-2C79-FFD5-2B51-917DC1DDEF9F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1543192" y="3016149"/>
            <a:ext cx="0" cy="7424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Curved 109">
            <a:extLst>
              <a:ext uri="{FF2B5EF4-FFF2-40B4-BE49-F238E27FC236}">
                <a16:creationId xmlns:a16="http://schemas.microsoft.com/office/drawing/2014/main" id="{8CCAE729-F5E5-535E-38D9-472F1B6F6CEB}"/>
              </a:ext>
            </a:extLst>
          </p:cNvPr>
          <p:cNvCxnSpPr>
            <a:stCxn id="9" idx="3"/>
            <a:endCxn id="26" idx="1"/>
          </p:cNvCxnSpPr>
          <p:nvPr/>
        </p:nvCxnSpPr>
        <p:spPr>
          <a:xfrm flipV="1">
            <a:off x="2905267" y="1682648"/>
            <a:ext cx="670829" cy="3409483"/>
          </a:xfrm>
          <a:prstGeom prst="curved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4F03752-95F6-9530-655C-62939DAC30BD}"/>
              </a:ext>
            </a:extLst>
          </p:cNvPr>
          <p:cNvCxnSpPr>
            <a:stCxn id="26" idx="2"/>
            <a:endCxn id="33" idx="0"/>
          </p:cNvCxnSpPr>
          <p:nvPr/>
        </p:nvCxnSpPr>
        <p:spPr>
          <a:xfrm>
            <a:off x="4938171" y="3016148"/>
            <a:ext cx="0" cy="739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3D0B0AA3-F2E5-53B9-D897-43BCBCDB6A47}"/>
              </a:ext>
            </a:extLst>
          </p:cNvPr>
          <p:cNvCxnSpPr>
            <a:cxnSpLocks/>
            <a:stCxn id="33" idx="3"/>
            <a:endCxn id="81" idx="1"/>
          </p:cNvCxnSpPr>
          <p:nvPr/>
        </p:nvCxnSpPr>
        <p:spPr>
          <a:xfrm flipV="1">
            <a:off x="6300246" y="3559570"/>
            <a:ext cx="939330" cy="153005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633A7A6-55A1-2CA0-ACE0-72DEFAA912CD}"/>
              </a:ext>
            </a:extLst>
          </p:cNvPr>
          <p:cNvCxnSpPr/>
          <p:nvPr/>
        </p:nvCxnSpPr>
        <p:spPr>
          <a:xfrm flipV="1">
            <a:off x="8223206" y="1191904"/>
            <a:ext cx="664269" cy="2367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F4C4CE9-0157-3F5C-C50A-E6F0F027A944}"/>
              </a:ext>
            </a:extLst>
          </p:cNvPr>
          <p:cNvCxnSpPr>
            <a:cxnSpLocks/>
          </p:cNvCxnSpPr>
          <p:nvPr/>
        </p:nvCxnSpPr>
        <p:spPr>
          <a:xfrm>
            <a:off x="8223206" y="3559570"/>
            <a:ext cx="6642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1653B75-7202-EA77-0641-531593472B93}"/>
              </a:ext>
            </a:extLst>
          </p:cNvPr>
          <p:cNvCxnSpPr>
            <a:stCxn id="81" idx="3"/>
          </p:cNvCxnSpPr>
          <p:nvPr/>
        </p:nvCxnSpPr>
        <p:spPr>
          <a:xfrm>
            <a:off x="8223206" y="3559570"/>
            <a:ext cx="664269" cy="2099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984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 of a brain function&#10;&#10;AI-generated content may be incorrect.">
            <a:extLst>
              <a:ext uri="{FF2B5EF4-FFF2-40B4-BE49-F238E27FC236}">
                <a16:creationId xmlns:a16="http://schemas.microsoft.com/office/drawing/2014/main" id="{FD56B084-DADB-B014-34A4-D7207F71C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50" y="741529"/>
            <a:ext cx="8567107" cy="489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7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108</Words>
  <Application>Microsoft Office PowerPoint</Application>
  <PresentationFormat>Widescreen</PresentationFormat>
  <Paragraphs>26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Corbel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Aoning WANG</dc:creator>
  <cp:lastModifiedBy>Aoning WANG</cp:lastModifiedBy>
  <cp:revision>1</cp:revision>
  <dcterms:created xsi:type="dcterms:W3CDTF">2025-04-09T07:08:34Z</dcterms:created>
  <dcterms:modified xsi:type="dcterms:W3CDTF">2025-05-07T14:54:34Z</dcterms:modified>
</cp:coreProperties>
</file>