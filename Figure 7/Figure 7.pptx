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26A24-BCA5-4FAD-8E20-10CB83ED96CF}" v="3" dt="2025-05-12T13:53:57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06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oning WANG" userId="c85a298ae276e663" providerId="LiveId" clId="{39426A24-BCA5-4FAD-8E20-10CB83ED96CF}"/>
    <pc:docChg chg="custSel addSld modSld">
      <pc:chgData name="Aoning WANG" userId="c85a298ae276e663" providerId="LiveId" clId="{39426A24-BCA5-4FAD-8E20-10CB83ED96CF}" dt="2025-05-12T13:54:12.108" v="50" actId="14100"/>
      <pc:docMkLst>
        <pc:docMk/>
      </pc:docMkLst>
      <pc:sldChg chg="addSp delSp modSp new mod">
        <pc:chgData name="Aoning WANG" userId="c85a298ae276e663" providerId="LiveId" clId="{39426A24-BCA5-4FAD-8E20-10CB83ED96CF}" dt="2025-05-12T13:54:12.108" v="50" actId="14100"/>
        <pc:sldMkLst>
          <pc:docMk/>
          <pc:sldMk cId="1580234979" sldId="256"/>
        </pc:sldMkLst>
        <pc:spChg chg="del">
          <ac:chgData name="Aoning WANG" userId="c85a298ae276e663" providerId="LiveId" clId="{39426A24-BCA5-4FAD-8E20-10CB83ED96CF}" dt="2025-05-12T13:52:17.170" v="1" actId="478"/>
          <ac:spMkLst>
            <pc:docMk/>
            <pc:sldMk cId="1580234979" sldId="256"/>
            <ac:spMk id="2" creationId="{EA8AFF8A-B04F-C9C9-1BCF-42329EE54B4C}"/>
          </ac:spMkLst>
        </pc:spChg>
        <pc:spChg chg="del">
          <ac:chgData name="Aoning WANG" userId="c85a298ae276e663" providerId="LiveId" clId="{39426A24-BCA5-4FAD-8E20-10CB83ED96CF}" dt="2025-05-12T13:52:19.638" v="2" actId="478"/>
          <ac:spMkLst>
            <pc:docMk/>
            <pc:sldMk cId="1580234979" sldId="256"/>
            <ac:spMk id="3" creationId="{ADE95E67-4D4F-4519-DECB-82F2742FEC4B}"/>
          </ac:spMkLst>
        </pc:spChg>
        <pc:spChg chg="add mod">
          <ac:chgData name="Aoning WANG" userId="c85a298ae276e663" providerId="LiveId" clId="{39426A24-BCA5-4FAD-8E20-10CB83ED96CF}" dt="2025-05-12T13:53:54.542" v="30" actId="1076"/>
          <ac:spMkLst>
            <pc:docMk/>
            <pc:sldMk cId="1580234979" sldId="256"/>
            <ac:spMk id="6" creationId="{270BF85E-D25D-D00A-93C2-7ACA21364F6E}"/>
          </ac:spMkLst>
        </pc:spChg>
        <pc:spChg chg="add mod">
          <ac:chgData name="Aoning WANG" userId="c85a298ae276e663" providerId="LiveId" clId="{39426A24-BCA5-4FAD-8E20-10CB83ED96CF}" dt="2025-05-12T13:54:12.108" v="50" actId="14100"/>
          <ac:spMkLst>
            <pc:docMk/>
            <pc:sldMk cId="1580234979" sldId="256"/>
            <ac:spMk id="7" creationId="{0326C7C0-B5D4-6562-49AB-554E3A358874}"/>
          </ac:spMkLst>
        </pc:spChg>
        <pc:picChg chg="add mod">
          <ac:chgData name="Aoning WANG" userId="c85a298ae276e663" providerId="LiveId" clId="{39426A24-BCA5-4FAD-8E20-10CB83ED96CF}" dt="2025-05-12T13:52:33.670" v="7" actId="1076"/>
          <ac:picMkLst>
            <pc:docMk/>
            <pc:sldMk cId="1580234979" sldId="256"/>
            <ac:picMk id="5" creationId="{10B785A0-F380-F052-A415-D9C2AE8ECD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F9BC-370B-0B28-12BB-3293CB32E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67F3D-EB0E-B497-49E3-42FD68053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82A09-B199-4A66-0C93-8CC8DEAE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1AFF2-DFDA-959C-52A8-409BAF26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3796A-DBF4-E6D7-BAEA-2B116288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583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A95CC-5329-9272-507C-9A9A9AAF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49CA-CCD7-CC93-D078-C9885742A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DA7B4-FB5F-7BC4-7FD6-00A47513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EA901-15D5-EDB5-2F00-B99C9C44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AF6A4-CF7E-9B3C-A192-D66501B6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5849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BEC2-7E05-EB0A-90B3-92D5C983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0684-3D58-1777-4A02-593BE442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0C67-E048-8B81-E5A6-077C15E0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26322-8A77-35F6-0CBE-51CD773A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FBBE-A372-9B65-ABBD-20CD99B9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9605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11DE-2BE1-A80B-B6EF-4D88CCC5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431D-80BB-D0AF-4609-8F91410B7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EDC7A-6E08-96A3-61C3-2626AC93C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F2EC0-5186-037F-7E85-0F062F7B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A929F-8DE5-77BC-9180-AEB709F0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4A65D-B18E-D955-8D3E-65DAC4D4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0851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2816-5750-8521-E948-42990BF1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72EA9-255B-EFED-17FA-5A91AEB80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A0E4E-188F-7EF6-8E8F-A2BD90AE7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59B86-E22F-2D24-AB97-F7CBBE5ED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68866-8A91-5FFD-3D2D-31DF8ACAA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77900-8EF1-0712-8A8D-2ED66558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99694-0992-6D75-0AAA-C325CD83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C5153-A09E-7795-EF07-7AC5D045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7365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2F3D-0A73-F9E7-FA27-673E16BD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2D7DF-A6C7-5DEA-6757-431CF0FD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FF41E-1F94-7FC4-9FB4-FD123004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914EE-A608-A13A-0E1B-D8B40786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8738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58BA0-8FBF-E027-E4EA-25BFD91C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A74A6-D5BE-1404-AEE9-45C89BC6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0C4F0-1716-C498-C795-A9368BAB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6041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DD7A-FF7B-C554-2DEC-CA22C7F7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CCA3-50AE-74D4-898F-31C4B2D0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1D14C-6039-D9DF-4544-9CA3292A5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AC1BF-2740-71FA-F5FF-5DA92E53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EA718-23CC-7545-480F-CB3CCEE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1720C-D97C-B655-694B-B00A194B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934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0728-8228-CDD5-6731-FA89598F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821E4-825F-25FA-5D9F-2D6D3F30B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0E9F1-C96D-6919-E19E-515FCF370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0EF26-DCBA-56E6-899E-0B1097CF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12A89-42C6-8557-B9E1-303C977B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AE814-7F76-E388-4094-3356B349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1427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1EF3-AA35-DE6E-A73E-676462DE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9B501-C086-6F73-E9A3-60AD94397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AD21E-E4BA-93BE-D2AF-7FFD6202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44DC6-28D3-2E13-798C-1E4BC149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46C1-AA02-B44A-9C0B-ED0A3AEB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1990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AEB9F-6B77-98AD-FC0F-B51B8F841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FB27A-9CEB-19D3-0AD2-E1F7A3206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AFA5F-3F2D-C9A5-0520-9C87721A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38AD-7ACA-4810-C2F6-9100CB56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2883-AE6D-1456-2658-7458AB9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9011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10A8A-945A-F746-DDEB-9DD87C7B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5D10C-9406-AB13-1EF7-569A4DEBF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C9E15-CFD0-9DB5-2EBC-BF628A71E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668A3-67BD-4B6C-A8D2-64ACAAE4BD80}" type="datetimeFigureOut">
              <a:rPr lang="en-HK" smtClean="0"/>
              <a:t>12/5/2025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2BFC3-BCBB-FD2D-8CA5-353449AF5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AD4A-FD32-099F-B2F1-38DBB2B54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1FBCD-94E0-46C0-890E-632224EFBC9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4176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0B785A0-F380-F052-A415-D9C2AE8EC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591" y="1268329"/>
            <a:ext cx="5327924" cy="4184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BF85E-D25D-D00A-93C2-7ACA21364F6E}"/>
              </a:ext>
            </a:extLst>
          </p:cNvPr>
          <p:cNvSpPr txBox="1"/>
          <p:nvPr/>
        </p:nvSpPr>
        <p:spPr>
          <a:xfrm>
            <a:off x="4722126" y="1523999"/>
            <a:ext cx="12328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6C7C0-B5D4-6562-49AB-554E3A358874}"/>
              </a:ext>
            </a:extLst>
          </p:cNvPr>
          <p:cNvSpPr txBox="1"/>
          <p:nvPr/>
        </p:nvSpPr>
        <p:spPr>
          <a:xfrm>
            <a:off x="6011840" y="1523999"/>
            <a:ext cx="138979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Region</a:t>
            </a:r>
          </a:p>
        </p:txBody>
      </p:sp>
    </p:spTree>
    <p:extLst>
      <p:ext uri="{BB962C8B-B14F-4D97-AF65-F5344CB8AC3E}">
        <p14:creationId xmlns:p14="http://schemas.microsoft.com/office/powerpoint/2010/main" val="158023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Aoning WANG</dc:creator>
  <cp:lastModifiedBy>Aoning WANG</cp:lastModifiedBy>
  <cp:revision>1</cp:revision>
  <dcterms:created xsi:type="dcterms:W3CDTF">2025-05-12T13:52:13Z</dcterms:created>
  <dcterms:modified xsi:type="dcterms:W3CDTF">2025-05-12T13:54:12Z</dcterms:modified>
</cp:coreProperties>
</file>